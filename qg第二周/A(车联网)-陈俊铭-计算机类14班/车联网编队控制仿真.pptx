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9" r:id="rId4"/>
  </p:sldMasterIdLst>
  <p:notesMasterIdLst>
    <p:notesMasterId r:id="rId18"/>
  </p:notesMasterIdLst>
  <p:sldIdLst>
    <p:sldId id="262" r:id="rId5"/>
    <p:sldId id="264" r:id="rId6"/>
    <p:sldId id="265" r:id="rId7"/>
    <p:sldId id="294" r:id="rId8"/>
    <p:sldId id="297" r:id="rId9"/>
    <p:sldId id="295" r:id="rId10"/>
    <p:sldId id="296" r:id="rId11"/>
    <p:sldId id="293" r:id="rId12"/>
    <p:sldId id="301" r:id="rId13"/>
    <p:sldId id="298" r:id="rId14"/>
    <p:sldId id="299" r:id="rId15"/>
    <p:sldId id="266" r:id="rId16"/>
    <p:sldId id="267"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12E2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2" Type="http://schemas.openxmlformats.org/officeDocument/2006/relationships/commentAuthors" Target="commen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notesMaster" Target="notesMasters/notesMaster1.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image" Target="../media/image1.jpeg"/><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image" Target="../media/image2.jpeg"/><Relationship Id="rId10" Type="http://schemas.openxmlformats.org/officeDocument/2006/relationships/tags" Target="../tags/tag96.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110.xml"/><Relationship Id="rId7" Type="http://schemas.openxmlformats.org/officeDocument/2006/relationships/tags" Target="../tags/tag109.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tags" Target="../tags/tag116.xml"/><Relationship Id="rId7" Type="http://schemas.openxmlformats.org/officeDocument/2006/relationships/tags" Target="../tags/tag115.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image" Target="../media/image2.jpeg"/><Relationship Id="rId12" Type="http://schemas.openxmlformats.org/officeDocument/2006/relationships/tags" Target="../tags/tag120.xml"/><Relationship Id="rId11" Type="http://schemas.openxmlformats.org/officeDocument/2006/relationships/tags" Target="../tags/tag119.xml"/><Relationship Id="rId10" Type="http://schemas.openxmlformats.org/officeDocument/2006/relationships/tags" Target="../tags/tag118.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31.xml"/><Relationship Id="rId8" Type="http://schemas.openxmlformats.org/officeDocument/2006/relationships/tags" Target="../tags/tag130.xml"/><Relationship Id="rId7" Type="http://schemas.openxmlformats.org/officeDocument/2006/relationships/tags" Target="../tags/tag129.xml"/><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tags" Target="../tags/tag126.xml"/><Relationship Id="rId3" Type="http://schemas.openxmlformats.org/officeDocument/2006/relationships/tags" Target="../tags/tag125.xml"/><Relationship Id="rId2" Type="http://schemas.openxmlformats.org/officeDocument/2006/relationships/image" Target="../media/image1.jpeg"/><Relationship Id="rId12" Type="http://schemas.openxmlformats.org/officeDocument/2006/relationships/tags" Target="../tags/tag134.xml"/><Relationship Id="rId11" Type="http://schemas.openxmlformats.org/officeDocument/2006/relationships/tags" Target="../tags/tag133.xml"/><Relationship Id="rId10" Type="http://schemas.openxmlformats.org/officeDocument/2006/relationships/tags" Target="../tags/tag132.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144.xml"/><Relationship Id="rId7" Type="http://schemas.openxmlformats.org/officeDocument/2006/relationships/tags" Target="../tags/tag143.xml"/><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image" Target="../media/image2.jpeg"/><Relationship Id="rId2" Type="http://schemas.openxmlformats.org/officeDocument/2006/relationships/tags" Target="../tags/tag139.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51.xml"/><Relationship Id="rId8" Type="http://schemas.openxmlformats.org/officeDocument/2006/relationships/tags" Target="../tags/tag150.xml"/><Relationship Id="rId7" Type="http://schemas.openxmlformats.org/officeDocument/2006/relationships/tags" Target="../tags/tag149.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58.xml"/><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65.xml"/><Relationship Id="rId8" Type="http://schemas.openxmlformats.org/officeDocument/2006/relationships/tags" Target="../tags/tag164.xml"/><Relationship Id="rId7" Type="http://schemas.openxmlformats.org/officeDocument/2006/relationships/tags" Target="../tags/tag163.xml"/><Relationship Id="rId6" Type="http://schemas.openxmlformats.org/officeDocument/2006/relationships/tags" Target="../tags/tag162.xml"/><Relationship Id="rId5" Type="http://schemas.openxmlformats.org/officeDocument/2006/relationships/tags" Target="../tags/tag161.xml"/><Relationship Id="rId4" Type="http://schemas.openxmlformats.org/officeDocument/2006/relationships/tags" Target="../tags/tag160.xml"/><Relationship Id="rId3" Type="http://schemas.openxmlformats.org/officeDocument/2006/relationships/tags" Target="../tags/tag159.xml"/><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72.xml"/><Relationship Id="rId8" Type="http://schemas.openxmlformats.org/officeDocument/2006/relationships/tags" Target="../tags/tag171.xml"/><Relationship Id="rId7" Type="http://schemas.openxmlformats.org/officeDocument/2006/relationships/tags" Target="../tags/tag170.xml"/><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tags" Target="../tags/tag167.xml"/><Relationship Id="rId3" Type="http://schemas.openxmlformats.org/officeDocument/2006/relationships/tags" Target="../tags/tag166.xml"/><Relationship Id="rId2" Type="http://schemas.openxmlformats.org/officeDocument/2006/relationships/image" Target="../media/image2.jpeg"/><Relationship Id="rId11" Type="http://schemas.openxmlformats.org/officeDocument/2006/relationships/tags" Target="../tags/tag174.xml"/><Relationship Id="rId10" Type="http://schemas.openxmlformats.org/officeDocument/2006/relationships/tags" Target="../tags/tag173.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180.xml"/><Relationship Id="rId7" Type="http://schemas.openxmlformats.org/officeDocument/2006/relationships/tags" Target="../tags/tag179.xml"/><Relationship Id="rId6" Type="http://schemas.openxmlformats.org/officeDocument/2006/relationships/tags" Target="../tags/tag178.xml"/><Relationship Id="rId5" Type="http://schemas.openxmlformats.org/officeDocument/2006/relationships/tags" Target="../tags/tag177.xml"/><Relationship Id="rId4" Type="http://schemas.openxmlformats.org/officeDocument/2006/relationships/tags" Target="../tags/tag176.xml"/><Relationship Id="rId3" Type="http://schemas.openxmlformats.org/officeDocument/2006/relationships/tags" Target="../tags/tag175.xml"/><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9" Type="http://schemas.openxmlformats.org/officeDocument/2006/relationships/tags" Target="../tags/tag194.xml"/><Relationship Id="rId8" Type="http://schemas.openxmlformats.org/officeDocument/2006/relationships/tags" Target="../tags/tag193.xml"/><Relationship Id="rId7" Type="http://schemas.openxmlformats.org/officeDocument/2006/relationships/tags" Target="../tags/tag192.xml"/><Relationship Id="rId6" Type="http://schemas.openxmlformats.org/officeDocument/2006/relationships/tags" Target="../tags/tag191.xml"/><Relationship Id="rId5" Type="http://schemas.openxmlformats.org/officeDocument/2006/relationships/tags" Target="../tags/tag190.xml"/><Relationship Id="rId4" Type="http://schemas.openxmlformats.org/officeDocument/2006/relationships/tags" Target="../tags/tag189.xml"/><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6" Type="http://schemas.openxmlformats.org/officeDocument/2006/relationships/tags" Target="../tags/tag199.xml"/><Relationship Id="rId5" Type="http://schemas.openxmlformats.org/officeDocument/2006/relationships/tags" Target="../tags/tag198.xml"/><Relationship Id="rId4" Type="http://schemas.openxmlformats.org/officeDocument/2006/relationships/tags" Target="../tags/tag197.xml"/><Relationship Id="rId3" Type="http://schemas.openxmlformats.org/officeDocument/2006/relationships/tags" Target="../tags/tag196.xml"/><Relationship Id="rId2" Type="http://schemas.openxmlformats.org/officeDocument/2006/relationships/tags" Target="../tags/tag195.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206.xml"/><Relationship Id="rId7" Type="http://schemas.openxmlformats.org/officeDocument/2006/relationships/tags" Target="../tags/tag205.xml"/><Relationship Id="rId6" Type="http://schemas.openxmlformats.org/officeDocument/2006/relationships/tags" Target="../tags/tag204.xml"/><Relationship Id="rId5" Type="http://schemas.openxmlformats.org/officeDocument/2006/relationships/tags" Target="../tags/tag203.xml"/><Relationship Id="rId4" Type="http://schemas.openxmlformats.org/officeDocument/2006/relationships/tags" Target="../tags/tag202.xml"/><Relationship Id="rId3" Type="http://schemas.openxmlformats.org/officeDocument/2006/relationships/tags" Target="../tags/tag201.xml"/><Relationship Id="rId2" Type="http://schemas.openxmlformats.org/officeDocument/2006/relationships/tags" Target="../tags/tag200.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214.xml"/><Relationship Id="rId8" Type="http://schemas.openxmlformats.org/officeDocument/2006/relationships/tags" Target="../tags/tag213.xml"/><Relationship Id="rId7" Type="http://schemas.openxmlformats.org/officeDocument/2006/relationships/tags" Target="../tags/tag212.xml"/><Relationship Id="rId6" Type="http://schemas.openxmlformats.org/officeDocument/2006/relationships/tags" Target="../tags/tag211.xml"/><Relationship Id="rId5" Type="http://schemas.openxmlformats.org/officeDocument/2006/relationships/tags" Target="../tags/tag210.xml"/><Relationship Id="rId4" Type="http://schemas.openxmlformats.org/officeDocument/2006/relationships/tags" Target="../tags/tag209.xml"/><Relationship Id="rId3" Type="http://schemas.openxmlformats.org/officeDocument/2006/relationships/tags" Target="../tags/tag208.xml"/><Relationship Id="rId2" Type="http://schemas.openxmlformats.org/officeDocument/2006/relationships/tags" Target="../tags/tag207.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7" Type="http://schemas.openxmlformats.org/officeDocument/2006/relationships/tags" Target="../tags/tag220.xml"/><Relationship Id="rId6" Type="http://schemas.openxmlformats.org/officeDocument/2006/relationships/tags" Target="../tags/tag219.xml"/><Relationship Id="rId5" Type="http://schemas.openxmlformats.org/officeDocument/2006/relationships/tags" Target="../tags/tag218.xml"/><Relationship Id="rId4" Type="http://schemas.openxmlformats.org/officeDocument/2006/relationships/tags" Target="../tags/tag217.xml"/><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9" Type="http://schemas.openxmlformats.org/officeDocument/2006/relationships/tags" Target="../tags/tag228.xml"/><Relationship Id="rId8" Type="http://schemas.openxmlformats.org/officeDocument/2006/relationships/tags" Target="../tags/tag227.xml"/><Relationship Id="rId7" Type="http://schemas.openxmlformats.org/officeDocument/2006/relationships/tags" Target="../tags/tag226.xml"/><Relationship Id="rId6" Type="http://schemas.openxmlformats.org/officeDocument/2006/relationships/tags" Target="../tags/tag225.xml"/><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5" Type="http://schemas.openxmlformats.org/officeDocument/2006/relationships/tags" Target="../tags/tag232.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4" Type="http://schemas.openxmlformats.org/officeDocument/2006/relationships/tags" Target="../tags/tag235.xml"/><Relationship Id="rId3" Type="http://schemas.openxmlformats.org/officeDocument/2006/relationships/tags" Target="../tags/tag234.xml"/><Relationship Id="rId2" Type="http://schemas.openxmlformats.org/officeDocument/2006/relationships/tags" Target="../tags/tag233.xml"/><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5" Type="http://schemas.openxmlformats.org/officeDocument/2006/relationships/tags" Target="../tags/tag239.xml"/><Relationship Id="rId4" Type="http://schemas.openxmlformats.org/officeDocument/2006/relationships/tags" Target="../tags/tag238.xml"/><Relationship Id="rId3" Type="http://schemas.openxmlformats.org/officeDocument/2006/relationships/tags" Target="../tags/tag237.xml"/><Relationship Id="rId2" Type="http://schemas.openxmlformats.org/officeDocument/2006/relationships/tags" Target="../tags/tag236.xml"/><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6" Type="http://schemas.openxmlformats.org/officeDocument/2006/relationships/tags" Target="../tags/tag244.xml"/><Relationship Id="rId5" Type="http://schemas.openxmlformats.org/officeDocument/2006/relationships/tags" Target="../tags/tag243.xml"/><Relationship Id="rId4" Type="http://schemas.openxmlformats.org/officeDocument/2006/relationships/tags" Target="../tags/tag242.xml"/><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9" Type="http://schemas.openxmlformats.org/officeDocument/2006/relationships/tags" Target="../tags/tag252.xml"/><Relationship Id="rId8" Type="http://schemas.openxmlformats.org/officeDocument/2006/relationships/tags" Target="../tags/tag251.xml"/><Relationship Id="rId7" Type="http://schemas.openxmlformats.org/officeDocument/2006/relationships/tags" Target="../tags/tag250.xml"/><Relationship Id="rId6" Type="http://schemas.openxmlformats.org/officeDocument/2006/relationships/tags" Target="../tags/tag249.xml"/><Relationship Id="rId5" Type="http://schemas.openxmlformats.org/officeDocument/2006/relationships/tags" Target="../tags/tag248.xml"/><Relationship Id="rId4" Type="http://schemas.openxmlformats.org/officeDocument/2006/relationships/tags" Target="../tags/tag247.xml"/><Relationship Id="rId3" Type="http://schemas.openxmlformats.org/officeDocument/2006/relationships/tags" Target="../tags/tag246.xml"/><Relationship Id="rId2" Type="http://schemas.openxmlformats.org/officeDocument/2006/relationships/tags" Target="../tags/tag245.xml"/><Relationship Id="rId10" Type="http://schemas.openxmlformats.org/officeDocument/2006/relationships/tags" Target="../tags/tag253.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矩形 12"/>
          <p:cNvSpPr/>
          <p:nvPr>
            <p:custDataLst>
              <p:tags r:id="rId3"/>
            </p:custDataLst>
          </p:nvPr>
        </p:nvSpPr>
        <p:spPr>
          <a:xfrm rot="245821">
            <a:off x="1744345" y="1880870"/>
            <a:ext cx="9324340"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custDataLst>
              <p:tags r:id="rId4"/>
            </p:custDataLst>
          </p:nvPr>
        </p:nvSpPr>
        <p:spPr>
          <a:xfrm rot="21380745">
            <a:off x="1756410" y="1901190"/>
            <a:ext cx="9324340"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custDataLst>
              <p:tags r:id="rId5"/>
            </p:custDataLst>
          </p:nvPr>
        </p:nvSpPr>
        <p:spPr>
          <a:xfrm>
            <a:off x="1756410" y="1900057"/>
            <a:ext cx="9324340"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custDataLst>
              <p:tags r:id="rId6"/>
            </p:custDataLst>
          </p:nvPr>
        </p:nvCxnSpPr>
        <p:spPr>
          <a:xfrm>
            <a:off x="5779167" y="3748839"/>
            <a:ext cx="99862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日期占位符 15"/>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8"/>
            </p:custDataLst>
          </p:nvPr>
        </p:nvSpPr>
        <p:spPr/>
        <p:txBody>
          <a:bodyPr/>
          <a:lstStyle/>
          <a:p>
            <a:endParaRPr lang="zh-CN" altLang="en-US" dirty="0"/>
          </a:p>
        </p:txBody>
      </p:sp>
      <p:sp>
        <p:nvSpPr>
          <p:cNvPr id="18" name="灯片编号占位符 17"/>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0"/>
            </p:custDataLst>
          </p:nvPr>
        </p:nvSpPr>
        <p:spPr>
          <a:xfrm>
            <a:off x="2426367" y="2438402"/>
            <a:ext cx="7704222" cy="1176155"/>
          </a:xfrm>
        </p:spPr>
        <p:txBody>
          <a:bodyPr lIns="90000" tIns="46800" rIns="90000" bIns="0" anchor="b" anchorCtr="0">
            <a:normAutofit/>
          </a:bodyPr>
          <a:lstStyle>
            <a:lvl1pPr algn="ctr">
              <a:defRPr sz="5400" spc="600" baseline="0">
                <a:solidFill>
                  <a:schemeClr val="tx1">
                    <a:lumMod val="85000"/>
                    <a:lumOff val="15000"/>
                  </a:schemeClr>
                </a:solidFill>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1"/>
            </p:custDataLst>
          </p:nvPr>
        </p:nvSpPr>
        <p:spPr>
          <a:xfrm>
            <a:off x="2426367" y="3870121"/>
            <a:ext cx="7704222" cy="801114"/>
          </a:xfrm>
        </p:spPr>
        <p:txBody>
          <a:bodyPr lIns="90000" tIns="0" rIns="90000" bIns="46800">
            <a:normAutofit/>
          </a:bodyPr>
          <a:lstStyle>
            <a:lvl1pPr marL="0" indent="0" algn="ctr" eaLnBrk="1" fontAlgn="auto" latinLnBrk="0" hangingPunct="1">
              <a:lnSpc>
                <a:spcPct val="100000"/>
              </a:lnSpc>
              <a:buNone/>
              <a:defRPr sz="2800" u="none" strike="noStrike" kern="1200" cap="none" spc="200" normalizeH="0" baseline="0">
                <a:solidFill>
                  <a:schemeClr val="tx1">
                    <a:lumMod val="85000"/>
                    <a:lumOff val="1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4"/>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3508184" y="4084721"/>
            <a:ext cx="4567816" cy="793459"/>
          </a:xfrm>
        </p:spPr>
        <p:txBody>
          <a:bodyPr lIns="90000" tIns="46800" rIns="90000" bIns="0" anchor="b" anchorCtr="0">
            <a:normAutofit/>
          </a:bodyPr>
          <a:lstStyle>
            <a:lvl1pPr algn="ctr">
              <a:defRPr sz="3600" u="none" strike="noStrike" kern="1200" cap="none" spc="300" normalizeH="0" baseline="0">
                <a:solidFill>
                  <a:schemeClr val="tx1">
                    <a:lumMod val="85000"/>
                    <a:lumOff val="15000"/>
                  </a:schemeClr>
                </a:solidFill>
                <a:uFillTx/>
                <a:latin typeface="+mj-lt"/>
                <a:ea typeface="+mj-ea"/>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4"/>
            </p:custDataLst>
          </p:nvPr>
        </p:nvSpPr>
        <p:spPr>
          <a:xfrm>
            <a:off x="3508179" y="4956280"/>
            <a:ext cx="4567816" cy="1077985"/>
          </a:xfrm>
        </p:spPr>
        <p:txBody>
          <a:bodyPr lIns="90000" tIns="0" rIns="90000" bIns="46800">
            <a:normAutofit/>
          </a:bodyPr>
          <a:lstStyle>
            <a:lvl1pPr marL="0" indent="0" algn="ctr" eaLnBrk="1" fontAlgn="auto" latinLnBrk="0" hangingPunct="1">
              <a:buNone/>
              <a:defRPr kumimoji="0" lang="zh-CN" altLang="en-US" sz="2000" b="0" i="0" u="none" strike="noStrike" kern="1200" cap="none" spc="150" normalizeH="0" baseline="0" noProof="1">
                <a:solidFill>
                  <a:schemeClr val="bg1">
                    <a:lumMod val="50000"/>
                  </a:schemeClr>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cxnSp>
        <p:nvCxnSpPr>
          <p:cNvPr id="8" name="直接连接符 7"/>
          <p:cNvCxnSpPr/>
          <p:nvPr>
            <p:custDataLst>
              <p:tags r:id="rId8"/>
            </p:custDataLst>
          </p:nvPr>
        </p:nvCxnSpPr>
        <p:spPr>
          <a:xfrm>
            <a:off x="5237746" y="3998543"/>
            <a:ext cx="99862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882"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4"/>
            </p:custDataLst>
          </p:nvPr>
        </p:nvSpPr>
        <p:spPr>
          <a:xfrm>
            <a:off x="669930" y="952508"/>
            <a:ext cx="5283242" cy="5388907"/>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5"/>
            </p:custDataLst>
          </p:nvPr>
        </p:nvSpPr>
        <p:spPr>
          <a:xfrm>
            <a:off x="6238877" y="952508"/>
            <a:ext cx="5283242" cy="5388907"/>
          </a:xfrm>
        </p:spPr>
        <p:txBody>
          <a:bodyPr lIns="90000" tIns="46800" rIns="90000" bIns="46800">
            <a:normAutofit/>
          </a:bodyPr>
          <a:lstStyle>
            <a:lvl1pPr>
              <a:defRPr sz="1600" baseline="0">
                <a:solidFill>
                  <a:schemeClr val="tx1">
                    <a:lumMod val="85000"/>
                    <a:lumOff val="15000"/>
                  </a:schemeClr>
                </a:solidFill>
                <a:latin typeface="+mn-lt"/>
                <a:ea typeface="+mn-ea"/>
              </a:defRPr>
            </a:lvl1pPr>
            <a:lvl2pPr>
              <a:defRPr sz="1600" baseline="0">
                <a:solidFill>
                  <a:schemeClr val="tx1">
                    <a:lumMod val="85000"/>
                    <a:lumOff val="15000"/>
                  </a:schemeClr>
                </a:solidFill>
                <a:latin typeface="+mn-lt"/>
                <a:ea typeface="+mn-ea"/>
              </a:defRPr>
            </a:lvl2pPr>
            <a:lvl3pPr>
              <a:defRPr sz="1600" baseline="0">
                <a:solidFill>
                  <a:schemeClr val="tx1">
                    <a:lumMod val="85000"/>
                    <a:lumOff val="15000"/>
                  </a:schemeClr>
                </a:solidFill>
                <a:latin typeface="+mn-lt"/>
                <a:ea typeface="+mn-ea"/>
              </a:defRPr>
            </a:lvl3pPr>
            <a:lvl4pPr>
              <a:defRPr sz="1600" baseline="0">
                <a:solidFill>
                  <a:schemeClr val="tx1">
                    <a:lumMod val="85000"/>
                    <a:lumOff val="15000"/>
                  </a:schemeClr>
                </a:solidFill>
                <a:latin typeface="+mn-lt"/>
                <a:ea typeface="+mn-ea"/>
              </a:defRPr>
            </a:lvl4pPr>
            <a:lvl5pPr>
              <a:defRPr sz="1600" baseline="0">
                <a:solidFill>
                  <a:schemeClr val="tx1">
                    <a:lumMod val="85000"/>
                    <a:lumOff val="15000"/>
                  </a:schemeClr>
                </a:solidFill>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6"/>
            </p:custDataLst>
          </p:nvPr>
        </p:nvSpPr>
        <p:spPr/>
        <p:txBody>
          <a:bodyPr lIns="90000" tIns="46800" rIns="90000" bIns="46800">
            <a:normAutofit/>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7"/>
            </p:custDataLst>
          </p:nvPr>
        </p:nvSpPr>
        <p:spPr/>
        <p:txBody>
          <a:bodyPr lIns="90000" tIns="46800" rIns="90000" bIns="46800">
            <a:normAutofit/>
          </a:bodyPr>
          <a:lstStyle/>
          <a:p>
            <a:endParaRPr lang="zh-CN" altLang="en-US"/>
          </a:p>
        </p:txBody>
      </p:sp>
      <p:sp>
        <p:nvSpPr>
          <p:cNvPr id="7" name="灯片编号占位符 6"/>
          <p:cNvSpPr>
            <a:spLocks noGrp="1"/>
          </p:cNvSpPr>
          <p:nvPr>
            <p:ph type="sldNum" sz="quarter" idx="12"/>
            <p:custDataLst>
              <p:tags r:id="rId8"/>
            </p:custDataLst>
          </p:nvPr>
        </p:nvSpPr>
        <p:spPr/>
        <p:txBody>
          <a:bodyPr lIns="90000" tIns="46800" rIns="90000" bIns="4680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882"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4"/>
            </p:custDataLst>
          </p:nvPr>
        </p:nvSpPr>
        <p:spPr>
          <a:xfrm>
            <a:off x="669930" y="952508"/>
            <a:ext cx="5283242" cy="381003"/>
          </a:xfrm>
        </p:spPr>
        <p:txBody>
          <a:bodyPr lIns="90000" tIns="46800" rIns="90000" bIns="46800" anchor="t"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mn-lt"/>
                <a:ea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5"/>
            </p:custDataLst>
          </p:nvPr>
        </p:nvSpPr>
        <p:spPr>
          <a:xfrm>
            <a:off x="669925" y="1406525"/>
            <a:ext cx="5283200" cy="4934752"/>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6"/>
            </p:custDataLst>
          </p:nvPr>
        </p:nvSpPr>
        <p:spPr>
          <a:xfrm>
            <a:off x="6235750" y="952508"/>
            <a:ext cx="5283242" cy="381003"/>
          </a:xfrm>
        </p:spPr>
        <p:txBody>
          <a:bodyPr vert="horz" lIns="90000" tIns="46800" rIns="90000" bIns="468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sym typeface="+mn-ea"/>
              </a:rPr>
              <a:t>单击此处编辑文本</a:t>
            </a:r>
            <a:endParaRPr dirty="0">
              <a:sym typeface="+mn-ea"/>
            </a:endParaRPr>
          </a:p>
        </p:txBody>
      </p:sp>
      <p:sp>
        <p:nvSpPr>
          <p:cNvPr id="6" name="内容占位符 5"/>
          <p:cNvSpPr>
            <a:spLocks noGrp="1"/>
          </p:cNvSpPr>
          <p:nvPr>
            <p:ph sz="quarter" idx="4"/>
            <p:custDataLst>
              <p:tags r:id="rId7"/>
            </p:custDataLst>
          </p:nvPr>
        </p:nvSpPr>
        <p:spPr>
          <a:xfrm>
            <a:off x="6235750" y="1406525"/>
            <a:ext cx="5283242" cy="4934752"/>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8"/>
            </p:custDataLst>
          </p:nvPr>
        </p:nvSpPr>
        <p:spPr/>
        <p:txBody>
          <a:bodyPr lIns="90000" tIns="46800" rIns="90000" bIns="46800">
            <a:normAutofit/>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9"/>
            </p:custDataLst>
          </p:nvPr>
        </p:nvSpPr>
        <p:spPr/>
        <p:txBody>
          <a:bodyPr lIns="90000" tIns="46800" rIns="90000" bIns="46800">
            <a:normAutofit/>
          </a:bodyPr>
          <a:lstStyle/>
          <a:p>
            <a:endParaRPr lang="zh-CN" altLang="en-US"/>
          </a:p>
        </p:txBody>
      </p:sp>
      <p:sp>
        <p:nvSpPr>
          <p:cNvPr id="9" name="灯片编号占位符 8"/>
          <p:cNvSpPr>
            <a:spLocks noGrp="1"/>
          </p:cNvSpPr>
          <p:nvPr>
            <p:ph type="sldNum" sz="quarter" idx="12"/>
            <p:custDataLst>
              <p:tags r:id="rId10"/>
            </p:custDataLst>
          </p:nvPr>
        </p:nvSpPr>
        <p:spPr/>
        <p:txBody>
          <a:bodyPr lIns="90000" tIns="46800" rIns="90000" bIns="4680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5"/>
          <p:cNvSpPr/>
          <p:nvPr>
            <p:custDataLst>
              <p:tags r:id="rId3"/>
            </p:custDataLst>
          </p:nvPr>
        </p:nvSpPr>
        <p:spPr>
          <a:xfrm>
            <a:off x="324678" y="294859"/>
            <a:ext cx="11542644" cy="6268279"/>
          </a:xfrm>
          <a:prstGeom prst="rect">
            <a:avLst/>
          </a:prstGeom>
          <a:solidFill>
            <a:schemeClr val="bg1"/>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normAutofit/>
          </a:bodyPr>
          <a:lstStyle/>
          <a:p>
            <a:pPr algn="ctr"/>
            <a:endParaRPr lang="zh-CN" altLang="en-US"/>
          </a:p>
        </p:txBody>
      </p:sp>
      <p:sp>
        <p:nvSpPr>
          <p:cNvPr id="2" name="标题 1"/>
          <p:cNvSpPr>
            <a:spLocks noGrp="1"/>
          </p:cNvSpPr>
          <p:nvPr>
            <p:ph type="title"/>
            <p:custDataLst>
              <p:tags r:id="rId4"/>
            </p:custDataLst>
          </p:nvPr>
        </p:nvSpPr>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日期占位符 2"/>
          <p:cNvSpPr>
            <a:spLocks noGrp="1"/>
          </p:cNvSpPr>
          <p:nvPr>
            <p:ph type="dt" sz="half" idx="10"/>
            <p:custDataLst>
              <p:tags r:id="rId5"/>
            </p:custDataLst>
          </p:nvPr>
        </p:nvSpPr>
        <p:spPr/>
        <p:txBody>
          <a:bodyPr lIns="90000" tIns="46800" rIns="90000" bIns="4680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lIns="90000" tIns="46800" rIns="90000" bIns="46800">
            <a:normAutofit/>
          </a:bodyPr>
          <a:lstStyle/>
          <a:p>
            <a:endParaRPr lang="zh-CN" altLang="en-US"/>
          </a:p>
        </p:txBody>
      </p:sp>
      <p:sp>
        <p:nvSpPr>
          <p:cNvPr id="5" name="灯片编号占位符 4"/>
          <p:cNvSpPr>
            <a:spLocks noGrp="1"/>
          </p:cNvSpPr>
          <p:nvPr>
            <p:ph type="sldNum" sz="quarter" idx="12"/>
            <p:custDataLst>
              <p:tags r:id="rId7"/>
            </p:custDataLst>
          </p:nvPr>
        </p:nvSpPr>
        <p:spPr/>
        <p:txBody>
          <a:bodyPr lIns="90000" tIns="46800" rIns="90000" bIns="4680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4"/>
            </p:custDataLst>
          </p:nvPr>
        </p:nvSpPr>
        <p:spPr/>
        <p:txBody>
          <a:bodyPr/>
          <a:lstStyle/>
          <a:p>
            <a:endParaRPr lang="zh-CN" altLang="en-US"/>
          </a:p>
        </p:txBody>
      </p:sp>
      <p:sp>
        <p:nvSpPr>
          <p:cNvPr id="4" name="灯片编号占位符 3"/>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930"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4"/>
            </p:custDataLst>
          </p:nvPr>
        </p:nvSpPr>
        <p:spPr>
          <a:xfrm>
            <a:off x="669930" y="952508"/>
            <a:ext cx="5283242" cy="5388907"/>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5"/>
            </p:custDataLst>
          </p:nvPr>
        </p:nvSpPr>
        <p:spPr>
          <a:xfrm>
            <a:off x="6238925" y="952508"/>
            <a:ext cx="5283242" cy="5388907"/>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mn-lt"/>
                <a:ea typeface="+mn-ea"/>
                <a:cs typeface="+mn-cs"/>
                <a:sym typeface="+mn-ea"/>
              </a:defRPr>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6"/>
            </p:custDataLst>
          </p:nvPr>
        </p:nvSpPr>
        <p:spPr/>
        <p:txBody>
          <a:bodyPr lIns="90000" tIns="46800" rIns="90000" bIns="46800">
            <a:normAutofit/>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7"/>
            </p:custDataLst>
          </p:nvPr>
        </p:nvSpPr>
        <p:spPr/>
        <p:txBody>
          <a:bodyPr lIns="90000" tIns="46800" rIns="90000" bIns="46800">
            <a:normAutofit/>
          </a:bodyPr>
          <a:lstStyle/>
          <a:p>
            <a:endParaRPr lang="zh-CN" altLang="en-US" dirty="0"/>
          </a:p>
        </p:txBody>
      </p:sp>
      <p:sp>
        <p:nvSpPr>
          <p:cNvPr id="7" name="灯片编号占位符 6"/>
          <p:cNvSpPr>
            <a:spLocks noGrp="1"/>
          </p:cNvSpPr>
          <p:nvPr>
            <p:ph type="sldNum" sz="quarter" idx="12"/>
            <p:custDataLst>
              <p:tags r:id="rId8"/>
            </p:custDataLst>
          </p:nvPr>
        </p:nvSpPr>
        <p:spPr/>
        <p:txBody>
          <a:bodyPr lIns="90000" tIns="46800" rIns="90000" bIns="46800">
            <a:normAutofit/>
          </a:body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组合 11"/>
          <p:cNvGrpSpPr/>
          <p:nvPr>
            <p:custDataLst>
              <p:tags r:id="rId3"/>
            </p:custDataLst>
          </p:nvPr>
        </p:nvGrpSpPr>
        <p:grpSpPr>
          <a:xfrm>
            <a:off x="11583670" y="5733415"/>
            <a:ext cx="498475" cy="1082675"/>
            <a:chOff x="17775" y="8015"/>
            <a:chExt cx="1252" cy="2719"/>
          </a:xfrm>
        </p:grpSpPr>
        <p:sp>
          <p:nvSpPr>
            <p:cNvPr id="13" name="椭圆 12"/>
            <p:cNvSpPr/>
            <p:nvPr userDrawn="1">
              <p:custDataLst>
                <p:tags r:id="rId4"/>
              </p:custDataLst>
            </p:nvPr>
          </p:nvSpPr>
          <p:spPr>
            <a:xfrm>
              <a:off x="18152" y="9860"/>
              <a:ext cx="875" cy="8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custDataLst>
                <p:tags r:id="rId5"/>
              </p:custDataLst>
            </p:nvPr>
          </p:nvSpPr>
          <p:spPr>
            <a:xfrm>
              <a:off x="17775" y="9140"/>
              <a:ext cx="626" cy="62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userDrawn="1">
              <p:custDataLst>
                <p:tags r:id="rId6"/>
              </p:custDataLst>
            </p:nvPr>
          </p:nvSpPr>
          <p:spPr>
            <a:xfrm>
              <a:off x="18401" y="8687"/>
              <a:ext cx="626" cy="62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userDrawn="1">
              <p:custDataLst>
                <p:tags r:id="rId7"/>
              </p:custDataLst>
            </p:nvPr>
          </p:nvSpPr>
          <p:spPr>
            <a:xfrm>
              <a:off x="17883" y="8015"/>
              <a:ext cx="626" cy="62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竖排标题 1"/>
          <p:cNvSpPr>
            <a:spLocks noGrp="1"/>
          </p:cNvSpPr>
          <p:nvPr>
            <p:ph type="title" orient="vert"/>
            <p:custDataLst>
              <p:tags r:id="rId8"/>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竖排文字占位符 2"/>
          <p:cNvSpPr>
            <a:spLocks noGrp="1"/>
          </p:cNvSpPr>
          <p:nvPr>
            <p:ph type="body" orient="vert" idx="1"/>
            <p:custDataLst>
              <p:tags r:id="rId9"/>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mn-lt"/>
                <a:ea typeface="+mn-ea"/>
              </a:defRPr>
            </a:lvl1pPr>
            <a:lvl2pPr indent="0" eaLnBrk="1" fontAlgn="auto" latinLnBrk="0" hangingPunct="1">
              <a:defRPr baseline="0">
                <a:solidFill>
                  <a:schemeClr val="tx1">
                    <a:lumMod val="85000"/>
                    <a:lumOff val="15000"/>
                  </a:schemeClr>
                </a:solidFill>
                <a:latin typeface="+mn-lt"/>
                <a:ea typeface="+mn-ea"/>
              </a:defRPr>
            </a:lvl2pPr>
            <a:lvl3pPr indent="0" eaLnBrk="1" fontAlgn="auto" latinLnBrk="0" hangingPunct="1">
              <a:defRPr baseline="0">
                <a:solidFill>
                  <a:schemeClr val="tx1">
                    <a:lumMod val="85000"/>
                    <a:lumOff val="15000"/>
                  </a:schemeClr>
                </a:solidFill>
                <a:latin typeface="+mn-lt"/>
                <a:ea typeface="+mn-ea"/>
              </a:defRPr>
            </a:lvl3pPr>
            <a:lvl4pPr indent="0" eaLnBrk="1" fontAlgn="auto" latinLnBrk="0" hangingPunct="1">
              <a:defRPr baseline="0">
                <a:solidFill>
                  <a:schemeClr val="tx1">
                    <a:lumMod val="85000"/>
                    <a:lumOff val="15000"/>
                  </a:schemeClr>
                </a:solidFill>
                <a:latin typeface="+mn-lt"/>
                <a:ea typeface="+mn-ea"/>
              </a:defRPr>
            </a:lvl4pPr>
            <a:lvl5pPr indent="0" eaLnBrk="1" fontAlgn="auto" latinLnBrk="0" hangingPunct="1">
              <a:defRPr baseline="0">
                <a:solidFill>
                  <a:schemeClr val="tx1">
                    <a:lumMod val="85000"/>
                    <a:lumOff val="15000"/>
                  </a:schemeClr>
                </a:solidFill>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a:lstStyle/>
          <a:p>
            <a:endParaRPr lang="zh-CN" altLang="en-US"/>
          </a:p>
        </p:txBody>
      </p:sp>
      <p:sp>
        <p:nvSpPr>
          <p:cNvPr id="6" name="灯片编号占位符 5"/>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6"/>
            </p:custDataLst>
          </p:nvPr>
        </p:nvSpPr>
        <p:spPr>
          <a:xfrm>
            <a:off x="669930" y="952508"/>
            <a:ext cx="10852237" cy="5388907"/>
          </a:xfrm>
        </p:spPr>
        <p:txBody>
          <a:bodyPr/>
          <a:lstStyle>
            <a:lvl1pPr>
              <a:defRPr baseline="0"/>
            </a:lvl1pPr>
            <a:lvl2pPr>
              <a:defRPr baseline="0"/>
            </a:lvl2pPr>
            <a:lvl3pPr>
              <a:defRPr baseline="0"/>
            </a:lvl3pPr>
            <a:lvl4pPr>
              <a:defRPr baseline="0"/>
            </a:lvl4pPr>
            <a:lvl5pPr>
              <a:defRPr baseline="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组合 5"/>
          <p:cNvGrpSpPr/>
          <p:nvPr>
            <p:custDataLst>
              <p:tags r:id="rId3"/>
            </p:custDataLst>
          </p:nvPr>
        </p:nvGrpSpPr>
        <p:grpSpPr>
          <a:xfrm>
            <a:off x="1744578" y="1880787"/>
            <a:ext cx="9336506" cy="3449203"/>
            <a:chOff x="1744578" y="1880787"/>
            <a:chExt cx="9336506" cy="3449203"/>
          </a:xfrm>
        </p:grpSpPr>
        <p:sp>
          <p:nvSpPr>
            <p:cNvPr id="7" name="矩形 6"/>
            <p:cNvSpPr/>
            <p:nvPr>
              <p:custDataLst>
                <p:tags r:id="rId4"/>
              </p:custDataLst>
            </p:nvPr>
          </p:nvSpPr>
          <p:spPr>
            <a:xfrm rot="245821">
              <a:off x="1744578" y="1880787"/>
              <a:ext cx="9324473"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5"/>
              </p:custDataLst>
            </p:nvPr>
          </p:nvSpPr>
          <p:spPr>
            <a:xfrm rot="21380745">
              <a:off x="1756611" y="1900990"/>
              <a:ext cx="9324473"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6"/>
              </p:custDataLst>
            </p:nvPr>
          </p:nvSpPr>
          <p:spPr>
            <a:xfrm>
              <a:off x="1744578" y="1900990"/>
              <a:ext cx="9324473"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10"/>
            </p:custDataLst>
          </p:nvPr>
        </p:nvSpPr>
        <p:spPr>
          <a:xfrm>
            <a:off x="3266167" y="2599827"/>
            <a:ext cx="6371319" cy="1179574"/>
          </a:xfrm>
        </p:spPr>
        <p:txBody>
          <a:bodyPr vert="horz" lIns="90000" tIns="46800" rIns="90000" bIns="0" rtlCol="0" anchor="b" anchorCtr="0">
            <a:normAutofit/>
          </a:bodyPr>
          <a:lstStyle>
            <a:lvl1pPr marL="0" marR="0" algn="ctr" defTabSz="914400" rtl="0" eaLnBrk="1" fontAlgn="auto" latinLnBrk="0" hangingPunct="1">
              <a:lnSpc>
                <a:spcPct val="100000"/>
              </a:lnSpc>
              <a:buNone/>
              <a:defRPr kumimoji="0" lang="zh-CN" altLang="en-US" sz="8000" b="1" i="0" u="none" strike="noStrike" kern="1200" cap="none" spc="6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编辑标题</a:t>
            </a:r>
            <a:endParaRPr dirty="0">
              <a:sym typeface="+mn-ea"/>
            </a:endParaRPr>
          </a:p>
        </p:txBody>
      </p:sp>
      <p:sp>
        <p:nvSpPr>
          <p:cNvPr id="13" name="文本占位符 12"/>
          <p:cNvSpPr>
            <a:spLocks noGrp="1"/>
          </p:cNvSpPr>
          <p:nvPr>
            <p:ph type="body" sz="quarter" idx="13" hasCustomPrompt="1"/>
            <p:custDataLst>
              <p:tags r:id="rId11"/>
            </p:custDataLst>
          </p:nvPr>
        </p:nvSpPr>
        <p:spPr>
          <a:xfrm>
            <a:off x="3266168" y="3991669"/>
            <a:ext cx="6371318" cy="973138"/>
          </a:xfrm>
        </p:spPr>
        <p:txBody>
          <a:bodyPr lIns="90000" rIns="90000" bIns="46800"/>
          <a:lstStyle>
            <a:lvl1pPr marL="0" indent="0" algn="ctr">
              <a:buNone/>
              <a:defRPr sz="2000" baseline="0">
                <a:solidFill>
                  <a:schemeClr val="tx1">
                    <a:lumMod val="85000"/>
                    <a:lumOff val="15000"/>
                  </a:schemeClr>
                </a:solidFill>
                <a:latin typeface="+mn-lt"/>
              </a:defRPr>
            </a:lvl1pPr>
          </a:lstStyle>
          <a:p>
            <a:pPr lvl="0"/>
            <a:r>
              <a:rPr lang="zh-CN" altLang="en-US" dirty="0"/>
              <a:t>单击此处编辑文本</a:t>
            </a:r>
            <a:endParaRPr lang="zh-CN" altLang="en-US" dirty="0"/>
          </a:p>
        </p:txBody>
      </p:sp>
      <p:cxnSp>
        <p:nvCxnSpPr>
          <p:cNvPr id="14" name="直接连接符 13"/>
          <p:cNvCxnSpPr/>
          <p:nvPr>
            <p:custDataLst>
              <p:tags r:id="rId12"/>
            </p:custDataLst>
          </p:nvPr>
        </p:nvCxnSpPr>
        <p:spPr>
          <a:xfrm>
            <a:off x="5779167" y="3863139"/>
            <a:ext cx="99862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bg>
      <p:bgPr>
        <a:blipFill>
          <a:blip r:embed="rId2"/>
          <a:stretch>
            <a:fillRect/>
          </a:stretch>
        </a:blipFill>
        <a:effectLst/>
      </p:bgPr>
    </p:bg>
    <p:spTree>
      <p:nvGrpSpPr>
        <p:cNvPr id="1" name=""/>
        <p:cNvGrpSpPr/>
        <p:nvPr/>
      </p:nvGrpSpPr>
      <p:grpSpPr>
        <a:xfrm>
          <a:off x="0" y="0"/>
          <a:ext cx="0" cy="0"/>
          <a:chOff x="0" y="0"/>
          <a:chExt cx="0" cy="0"/>
        </a:xfrm>
      </p:grpSpPr>
      <p:sp>
        <p:nvSpPr>
          <p:cNvPr id="4" name="页脚占位符 3"/>
          <p:cNvSpPr>
            <a:spLocks noGrp="1"/>
          </p:cNvSpPr>
          <p:nvPr>
            <p:ph type="ftr" sz="quarter" idx="11"/>
            <p:custDataLst>
              <p:tags r:id="rId3"/>
            </p:custDataLst>
          </p:nvPr>
        </p:nvSpPr>
        <p:spPr/>
        <p:txBody>
          <a:bodyPr/>
          <a:lstStyle/>
          <a:p>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
        <p:nvSpPr>
          <p:cNvPr id="10" name="标题 9"/>
          <p:cNvSpPr>
            <a:spLocks noGrp="1"/>
          </p:cNvSpPr>
          <p:nvPr>
            <p:ph type="title"/>
            <p:custDataLst>
              <p:tags r:id="rId6"/>
            </p:custDataLst>
          </p:nvPr>
        </p:nvSpPr>
        <p:spPr/>
        <p:txBody>
          <a:bodyPr>
            <a:normAutofit/>
          </a:bodyPr>
          <a:lstStyle>
            <a:lvl1pPr>
              <a:defRPr baseline="0"/>
            </a:lvl1pPr>
          </a:lstStyle>
          <a:p>
            <a:r>
              <a:rPr lang="zh-CN" altLang="en-US" dirty="0"/>
              <a:t>单击此处编辑母版标题样式</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6" name="矩形 5"/>
          <p:cNvSpPr/>
          <p:nvPr>
            <p:custDataLst>
              <p:tags r:id="rId2"/>
            </p:custDataLst>
          </p:nvPr>
        </p:nvSpPr>
        <p:spPr>
          <a:xfrm>
            <a:off x="248285" y="273050"/>
            <a:ext cx="11692255" cy="6311900"/>
          </a:xfrm>
          <a:prstGeom prst="rect">
            <a:avLst/>
          </a:prstGeom>
          <a:blipFill>
            <a:blip r:embed="rId3"/>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dirty="0">
              <a:sym typeface="+mn-ea"/>
            </a:endParaRPr>
          </a:p>
        </p:txBody>
      </p:sp>
      <p:sp>
        <p:nvSpPr>
          <p:cNvPr id="2" name="标题 1"/>
          <p:cNvSpPr>
            <a:spLocks noGrp="1"/>
          </p:cNvSpPr>
          <p:nvPr>
            <p:ph type="title" hasCustomPrompt="1"/>
            <p:custDataLst>
              <p:tags r:id="rId4"/>
            </p:custDataLst>
          </p:nvPr>
        </p:nvSpPr>
        <p:spPr>
          <a:xfrm>
            <a:off x="1281600" y="1249200"/>
            <a:ext cx="9626400" cy="723600"/>
          </a:xfrm>
        </p:spPr>
        <p:txBody>
          <a:bodyPr wrap="square" lIns="90000" tIns="46800" rIns="90000" bIns="46800" anchor="ctr">
            <a:normAutofit/>
          </a:bodyPr>
          <a:lstStyle>
            <a:lvl1pPr>
              <a:defRPr sz="3200" baseline="0">
                <a:solidFill>
                  <a:schemeClr val="tx1">
                    <a:lumMod val="85000"/>
                    <a:lumOff val="15000"/>
                  </a:schemeClr>
                </a:solidFill>
                <a:latin typeface="+mj-lt"/>
                <a:ea typeface="+mj-ea"/>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wrap="square" lIns="90000" tIns="46800" rIns="90000" bIns="46800">
            <a:normAutofit/>
          </a:bodyPr>
          <a:lstStyle>
            <a:lvl1pPr>
              <a:defRPr sz="1400" baseline="0">
                <a:solidFill>
                  <a:schemeClr val="tx1">
                    <a:lumMod val="85000"/>
                    <a:lumOff val="15000"/>
                  </a:schemeClr>
                </a:solidFill>
                <a:latin typeface="+mn-lt"/>
                <a:ea typeface="+mn-ea"/>
              </a:defRPr>
            </a:lvl1pPr>
            <a:lvl2pPr>
              <a:defRPr sz="1400" baseline="0">
                <a:solidFill>
                  <a:schemeClr val="tx1">
                    <a:lumMod val="85000"/>
                    <a:lumOff val="15000"/>
                  </a:schemeClr>
                </a:solidFill>
                <a:latin typeface="+mn-lt"/>
                <a:ea typeface="+mn-ea"/>
              </a:defRPr>
            </a:lvl2pPr>
            <a:lvl3pPr>
              <a:defRPr sz="1400" baseline="0">
                <a:solidFill>
                  <a:schemeClr val="tx1">
                    <a:lumMod val="85000"/>
                    <a:lumOff val="15000"/>
                  </a:schemeClr>
                </a:solidFill>
                <a:latin typeface="+mn-lt"/>
                <a:ea typeface="+mn-ea"/>
              </a:defRPr>
            </a:lvl3pPr>
            <a:lvl4pPr>
              <a:defRPr sz="1400" baseline="0">
                <a:solidFill>
                  <a:schemeClr val="tx1">
                    <a:lumMod val="85000"/>
                    <a:lumOff val="15000"/>
                  </a:schemeClr>
                </a:solidFill>
                <a:latin typeface="+mn-lt"/>
                <a:ea typeface="+mn-ea"/>
              </a:defRPr>
            </a:lvl4pPr>
            <a:lvl5pPr>
              <a:defRPr sz="1400" baseline="0">
                <a:solidFill>
                  <a:schemeClr val="tx1">
                    <a:lumMod val="85000"/>
                    <a:lumOff val="15000"/>
                  </a:schemeClr>
                </a:solidFill>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8"/>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bg>
      <p:bgPr>
        <a:blipFill>
          <a:blip r:embed="rId2"/>
          <a:stretch>
            <a:fillRect/>
          </a:stretch>
        </a:blipFill>
        <a:effectLst/>
      </p:bgPr>
    </p:bg>
    <p:spTree>
      <p:nvGrpSpPr>
        <p:cNvPr id="1" name=""/>
        <p:cNvGrpSpPr/>
        <p:nvPr/>
      </p:nvGrpSpPr>
      <p:grpSpPr>
        <a:xfrm>
          <a:off x="0" y="0"/>
          <a:ext cx="0" cy="0"/>
          <a:chOff x="0" y="0"/>
          <a:chExt cx="0" cy="0"/>
        </a:xfrm>
      </p:grpSpPr>
      <p:sp>
        <p:nvSpPr>
          <p:cNvPr id="8" name="矩形 7"/>
          <p:cNvSpPr/>
          <p:nvPr>
            <p:custDataLst>
              <p:tags r:id="rId3"/>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dirty="0">
              <a:sym typeface="+mn-ea"/>
            </a:endParaRPr>
          </a:p>
        </p:txBody>
      </p:sp>
      <p:sp>
        <p:nvSpPr>
          <p:cNvPr id="2" name="标题 1"/>
          <p:cNvSpPr>
            <a:spLocks noGrp="1"/>
          </p:cNvSpPr>
          <p:nvPr>
            <p:ph type="title" hasCustomPrompt="1"/>
            <p:custDataLst>
              <p:tags r:id="rId4"/>
            </p:custDataLst>
          </p:nvPr>
        </p:nvSpPr>
        <p:spPr>
          <a:xfrm>
            <a:off x="583200" y="770400"/>
            <a:ext cx="3960000" cy="882000"/>
          </a:xfrm>
        </p:spPr>
        <p:txBody>
          <a:bodyPr wrap="square" lIns="90000" tIns="46800" rIns="90000" bIns="46800" anchor="ctr">
            <a:normAutofit/>
          </a:bodyPr>
          <a:lstStyle>
            <a:lvl1pPr>
              <a:defRPr sz="3600" baseline="0">
                <a:solidFill>
                  <a:schemeClr val="tx1">
                    <a:lumMod val="85000"/>
                    <a:lumOff val="15000"/>
                  </a:schemeClr>
                </a:solidFill>
                <a:latin typeface="+mj-lt"/>
                <a:ea typeface="+mj-ea"/>
              </a:defRPr>
            </a:lvl1pPr>
          </a:lstStyle>
          <a:p>
            <a:r>
              <a:rPr lang="zh-CN" altLang="en-US" dirty="0"/>
              <a:t>单击编辑标题</a:t>
            </a:r>
            <a:endParaRPr lang="zh-CN" altLang="en-US" dirty="0"/>
          </a:p>
        </p:txBody>
      </p:sp>
      <p:sp>
        <p:nvSpPr>
          <p:cNvPr id="4" name="页脚占位符 3"/>
          <p:cNvSpPr>
            <a:spLocks noGrp="1"/>
          </p:cNvSpPr>
          <p:nvPr>
            <p:ph type="ftr" sz="quarter" idx="11"/>
            <p:custDataLst>
              <p:tags r:id="rId5"/>
            </p:custDataLst>
          </p:nvPr>
        </p:nvSpPr>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wrap="square" lIns="90000" tIns="46800" rIns="90000" bIns="46800">
            <a:normAutofit/>
          </a:bodyPr>
          <a:lstStyle>
            <a:lvl1pPr>
              <a:defRPr sz="1400" baseline="0">
                <a:solidFill>
                  <a:schemeClr val="tx1">
                    <a:lumMod val="85000"/>
                    <a:lumOff val="15000"/>
                  </a:schemeClr>
                </a:solidFill>
                <a:latin typeface="+mn-lt"/>
                <a:ea typeface="+mn-ea"/>
              </a:defRPr>
            </a:lvl1pPr>
            <a:lvl2pPr>
              <a:defRPr sz="1400" baseline="0">
                <a:solidFill>
                  <a:schemeClr val="tx1">
                    <a:lumMod val="85000"/>
                    <a:lumOff val="15000"/>
                  </a:schemeClr>
                </a:solidFill>
                <a:latin typeface="+mn-lt"/>
                <a:ea typeface="+mn-ea"/>
              </a:defRPr>
            </a:lvl2pPr>
            <a:lvl3pPr>
              <a:defRPr sz="1400" baseline="0">
                <a:solidFill>
                  <a:schemeClr val="tx1">
                    <a:lumMod val="85000"/>
                    <a:lumOff val="15000"/>
                  </a:schemeClr>
                </a:solidFill>
                <a:latin typeface="+mn-lt"/>
                <a:ea typeface="+mn-ea"/>
              </a:defRPr>
            </a:lvl3pPr>
            <a:lvl4pPr>
              <a:defRPr sz="1400" baseline="0">
                <a:solidFill>
                  <a:schemeClr val="tx1">
                    <a:lumMod val="85000"/>
                    <a:lumOff val="15000"/>
                  </a:schemeClr>
                </a:solidFill>
                <a:latin typeface="+mn-lt"/>
                <a:ea typeface="+mn-ea"/>
              </a:defRPr>
            </a:lvl4pPr>
            <a:lvl5pPr>
              <a:defRPr sz="1400" baseline="0">
                <a:solidFill>
                  <a:schemeClr val="tx1">
                    <a:lumMod val="85000"/>
                    <a:lumOff val="15000"/>
                  </a:schemeClr>
                </a:solidFill>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5101200" y="769939"/>
            <a:ext cx="6480000" cy="5087937"/>
          </a:xfrm>
        </p:spPr>
        <p:txBody>
          <a:bodyPr wrap="square" lIns="90000" tIns="46800" rIns="90000" bIns="46800">
            <a:normAutofit/>
          </a:bodyPr>
          <a:lstStyle>
            <a:lvl1pPr>
              <a:defRPr sz="1400" baseline="0">
                <a:solidFill>
                  <a:schemeClr val="tx1">
                    <a:lumMod val="85000"/>
                    <a:lumOff val="15000"/>
                  </a:schemeClr>
                </a:solidFill>
                <a:latin typeface="+mn-lt"/>
                <a:ea typeface="+mn-ea"/>
              </a:defRPr>
            </a:lvl1pPr>
            <a:lvl2pPr>
              <a:defRPr sz="1400" baseline="0">
                <a:solidFill>
                  <a:schemeClr val="tx1">
                    <a:lumMod val="85000"/>
                    <a:lumOff val="15000"/>
                  </a:schemeClr>
                </a:solidFill>
                <a:latin typeface="+mn-lt"/>
                <a:ea typeface="+mn-ea"/>
              </a:defRPr>
            </a:lvl2pPr>
            <a:lvl3pPr>
              <a:defRPr sz="1400" baseline="0">
                <a:solidFill>
                  <a:schemeClr val="tx1">
                    <a:lumMod val="85000"/>
                    <a:lumOff val="15000"/>
                  </a:schemeClr>
                </a:solidFill>
                <a:latin typeface="+mn-lt"/>
                <a:ea typeface="+mn-ea"/>
              </a:defRPr>
            </a:lvl3pPr>
            <a:lvl4pPr>
              <a:defRPr sz="1400" baseline="0">
                <a:solidFill>
                  <a:schemeClr val="tx1">
                    <a:lumMod val="85000"/>
                    <a:lumOff val="15000"/>
                  </a:schemeClr>
                </a:solidFill>
                <a:latin typeface="+mn-lt"/>
                <a:ea typeface="+mn-ea"/>
              </a:defRPr>
            </a:lvl4pPr>
            <a:lvl5pPr>
              <a:defRPr sz="1400" baseline="0">
                <a:solidFill>
                  <a:schemeClr val="tx1">
                    <a:lumMod val="85000"/>
                    <a:lumOff val="15000"/>
                  </a:schemeClr>
                </a:solidFill>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9"/>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bg>
      <p:bgPr>
        <a:blipFill>
          <a:blip r:embed="rId2"/>
          <a:stretch>
            <a:fillRect/>
          </a:stretch>
        </a:blipFill>
        <a:effectLst/>
      </p:bgPr>
    </p:bg>
    <p:spTree>
      <p:nvGrpSpPr>
        <p:cNvPr id="1" name=""/>
        <p:cNvGrpSpPr/>
        <p:nvPr/>
      </p:nvGrpSpPr>
      <p:grpSpPr>
        <a:xfrm>
          <a:off x="0" y="0"/>
          <a:ext cx="0" cy="0"/>
          <a:chOff x="0" y="0"/>
          <a:chExt cx="0" cy="0"/>
        </a:xfrm>
      </p:grpSpPr>
      <p:sp>
        <p:nvSpPr>
          <p:cNvPr id="10" name="矩形 9"/>
          <p:cNvSpPr/>
          <p:nvPr>
            <p:custDataLst>
              <p:tags r:id="rId3"/>
            </p:custDataLst>
          </p:nvPr>
        </p:nvSpPr>
        <p:spPr>
          <a:xfrm>
            <a:off x="0" y="1147334"/>
            <a:ext cx="12192000" cy="369332"/>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612000" y="770144"/>
            <a:ext cx="10976400" cy="648512"/>
          </a:xfrm>
        </p:spPr>
        <p:txBody>
          <a:bodyPr wrap="square" lIns="90000" tIns="46800" rIns="90000" bIns="46800" anchor="ctr">
            <a:normAutofit/>
          </a:bodyPr>
          <a:lstStyle>
            <a:lvl1pPr algn="ctr">
              <a:defRPr sz="3600" baseline="0">
                <a:solidFill>
                  <a:schemeClr val="tx1">
                    <a:lumMod val="85000"/>
                    <a:lumOff val="15000"/>
                  </a:schemeClr>
                </a:solidFill>
                <a:latin typeface="+mj-lt"/>
                <a:ea typeface="+mj-ea"/>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a:xfrm>
            <a:off x="879742" y="6368643"/>
            <a:ext cx="2700000" cy="279180"/>
          </a:xfrm>
        </p:spPr>
        <p:txBody>
          <a:bodyPr wrap="square" lIns="90000" tIns="46800" rIns="90000" bIns="4680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4116000" y="6368643"/>
            <a:ext cx="3960000" cy="279180"/>
          </a:xfrm>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7"/>
            </p:custDataLst>
          </p:nvPr>
        </p:nvSpPr>
        <p:spPr>
          <a:xfrm>
            <a:off x="8610600" y="6368643"/>
            <a:ext cx="2700000" cy="279180"/>
          </a:xfrm>
        </p:spPr>
        <p:txBody>
          <a:bodyPr wrap="square" lIns="90000" tIns="46800" rIns="90000" bIns="46800">
            <a:normAutofit/>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382991"/>
          </a:xfrm>
        </p:spPr>
        <p:txBody>
          <a:bodyPr wrap="square" lIns="90000" tIns="46800" rIns="90000" bIns="46800">
            <a:normAutofit/>
          </a:bodyPr>
          <a:lstStyle>
            <a:lvl1pPr algn="ctr">
              <a:defRPr baseline="0">
                <a:solidFill>
                  <a:schemeClr val="tx1">
                    <a:lumMod val="85000"/>
                    <a:lumOff val="15000"/>
                  </a:schemeClr>
                </a:solidFill>
                <a:latin typeface="+mn-lt"/>
                <a:ea typeface="+mn-ea"/>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9"/>
            </p:custDataLst>
          </p:nvPr>
        </p:nvSpPr>
        <p:spPr>
          <a:xfrm>
            <a:off x="612775" y="2808000"/>
            <a:ext cx="10965600" cy="1980158"/>
          </a:xfrm>
        </p:spPr>
        <p:txBody>
          <a:bodyPr wrap="square" lIns="90000" tIns="46800" rIns="90000" bIns="46800">
            <a:normAutofit/>
          </a:bodyPr>
          <a:lstStyle>
            <a:lvl1pPr>
              <a:defRPr sz="1400" baseline="0">
                <a:solidFill>
                  <a:schemeClr val="tx1">
                    <a:lumMod val="85000"/>
                    <a:lumOff val="15000"/>
                  </a:schemeClr>
                </a:solidFill>
                <a:latin typeface="+mn-lt"/>
                <a:ea typeface="+mn-ea"/>
              </a:defRPr>
            </a:lvl1pPr>
            <a:lvl2pPr>
              <a:defRPr sz="1400" baseline="0">
                <a:solidFill>
                  <a:schemeClr val="tx1">
                    <a:lumMod val="85000"/>
                    <a:lumOff val="15000"/>
                  </a:schemeClr>
                </a:solidFill>
                <a:latin typeface="+mn-lt"/>
                <a:ea typeface="+mn-ea"/>
              </a:defRPr>
            </a:lvl2pPr>
            <a:lvl3pPr>
              <a:defRPr sz="1400" baseline="0">
                <a:solidFill>
                  <a:schemeClr val="tx1">
                    <a:lumMod val="85000"/>
                    <a:lumOff val="15000"/>
                  </a:schemeClr>
                </a:solidFill>
                <a:latin typeface="+mn-lt"/>
                <a:ea typeface="+mn-ea"/>
              </a:defRPr>
            </a:lvl3pPr>
            <a:lvl4pPr>
              <a:defRPr sz="1400" baseline="0">
                <a:solidFill>
                  <a:schemeClr val="tx1">
                    <a:lumMod val="85000"/>
                    <a:lumOff val="15000"/>
                  </a:schemeClr>
                </a:solidFill>
                <a:latin typeface="+mn-lt"/>
                <a:ea typeface="+mn-ea"/>
              </a:defRPr>
            </a:lvl4pPr>
            <a:lvl5pPr>
              <a:defRPr sz="1400" baseline="0">
                <a:solidFill>
                  <a:schemeClr val="tx1">
                    <a:lumMod val="85000"/>
                    <a:lumOff val="15000"/>
                  </a:schemeClr>
                </a:solidFill>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bg>
      <p:bgPr>
        <a:blipFill>
          <a:blip r:embed="rId2"/>
          <a:stretch>
            <a:fillRect/>
          </a:stretch>
        </a:blipFill>
        <a:effectLst/>
      </p:bgPr>
    </p:bg>
    <p:spTree>
      <p:nvGrpSpPr>
        <p:cNvPr id="1" name=""/>
        <p:cNvGrpSpPr/>
        <p:nvPr/>
      </p:nvGrpSpPr>
      <p:grpSpPr>
        <a:xfrm>
          <a:off x="0" y="0"/>
          <a:ext cx="0" cy="0"/>
          <a:chOff x="0" y="0"/>
          <a:chExt cx="0" cy="0"/>
        </a:xfrm>
      </p:grpSpPr>
      <p:sp>
        <p:nvSpPr>
          <p:cNvPr id="8" name="矩形 7"/>
          <p:cNvSpPr/>
          <p:nvPr>
            <p:custDataLst>
              <p:tags r:id="rId3"/>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604800" y="669600"/>
            <a:ext cx="10976400" cy="565200"/>
          </a:xfrm>
        </p:spPr>
        <p:txBody>
          <a:bodyPr wrap="square" lIns="90000" tIns="46800" rIns="90000" bIns="46800" anchor="ctr">
            <a:normAutofit/>
          </a:bodyPr>
          <a:lstStyle>
            <a:lvl1pPr algn="ctr">
              <a:defRPr sz="3200" baseline="0">
                <a:solidFill>
                  <a:schemeClr val="tx1">
                    <a:lumMod val="85000"/>
                    <a:lumOff val="15000"/>
                  </a:schemeClr>
                </a:solidFill>
                <a:latin typeface="+mj-lt"/>
                <a:ea typeface="+mj-ea"/>
              </a:defRPr>
            </a:lvl1pPr>
          </a:lstStyle>
          <a:p>
            <a:r>
              <a:rPr lang="zh-CN" altLang="en-US" dirty="0"/>
              <a:t>单击此处编辑母版标题样式</a:t>
            </a:r>
            <a:endParaRPr lang="zh-CN" altLang="en-US" dirty="0"/>
          </a:p>
        </p:txBody>
      </p:sp>
      <p:sp>
        <p:nvSpPr>
          <p:cNvPr id="4" name="页脚占位符 3"/>
          <p:cNvSpPr>
            <a:spLocks noGrp="1"/>
          </p:cNvSpPr>
          <p:nvPr>
            <p:ph type="ftr" sz="quarter" idx="11"/>
            <p:custDataLst>
              <p:tags r:id="rId5"/>
            </p:custDataLst>
          </p:nvPr>
        </p:nvSpPr>
        <p:spPr/>
        <p:txBody>
          <a:bodyPr wrap="square" lIns="90000" tIns="46800" rIns="90000" bIns="46800">
            <a:normAutofit/>
          </a:bodyPr>
          <a:lstStyle/>
          <a:p>
            <a:endParaRPr lang="zh-CN" altLang="en-US" dirty="0"/>
          </a:p>
        </p:txBody>
      </p:sp>
      <p:sp>
        <p:nvSpPr>
          <p:cNvPr id="7" name="内容占位符 6"/>
          <p:cNvSpPr>
            <a:spLocks noGrp="1"/>
          </p:cNvSpPr>
          <p:nvPr>
            <p:ph sz="quarter" idx="13"/>
            <p:custDataLst>
              <p:tags r:id="rId6"/>
            </p:custDataLst>
          </p:nvPr>
        </p:nvSpPr>
        <p:spPr>
          <a:xfrm>
            <a:off x="604837" y="1681200"/>
            <a:ext cx="10990800" cy="3211200"/>
          </a:xfrm>
        </p:spPr>
        <p:txBody>
          <a:bodyPr wrap="square" lIns="90000" tIns="46800" rIns="90000" bIns="46800">
            <a:normAutofit/>
          </a:bodyPr>
          <a:lstStyle>
            <a:lvl1pPr>
              <a:defRPr sz="1400" baseline="0">
                <a:solidFill>
                  <a:schemeClr val="tx1">
                    <a:lumMod val="85000"/>
                    <a:lumOff val="15000"/>
                  </a:schemeClr>
                </a:solidFill>
                <a:latin typeface="+mn-lt"/>
                <a:ea typeface="+mn-ea"/>
              </a:defRPr>
            </a:lvl1pPr>
            <a:lvl2pPr>
              <a:defRPr sz="1400" baseline="0">
                <a:solidFill>
                  <a:schemeClr val="tx1">
                    <a:lumMod val="85000"/>
                    <a:lumOff val="15000"/>
                  </a:schemeClr>
                </a:solidFill>
                <a:latin typeface="+mn-lt"/>
                <a:ea typeface="+mn-ea"/>
              </a:defRPr>
            </a:lvl2pPr>
            <a:lvl3pPr>
              <a:defRPr sz="1400" baseline="0">
                <a:solidFill>
                  <a:schemeClr val="tx1">
                    <a:lumMod val="85000"/>
                    <a:lumOff val="15000"/>
                  </a:schemeClr>
                </a:solidFill>
                <a:latin typeface="+mn-lt"/>
                <a:ea typeface="+mn-ea"/>
              </a:defRPr>
            </a:lvl3pPr>
            <a:lvl4pPr>
              <a:defRPr sz="1400" baseline="0">
                <a:solidFill>
                  <a:schemeClr val="tx1">
                    <a:lumMod val="85000"/>
                    <a:lumOff val="15000"/>
                  </a:schemeClr>
                </a:solidFill>
                <a:latin typeface="+mn-lt"/>
                <a:ea typeface="+mn-ea"/>
              </a:defRPr>
            </a:lvl4pPr>
            <a:lvl5pPr>
              <a:defRPr sz="1400" baseline="0">
                <a:solidFill>
                  <a:schemeClr val="tx1">
                    <a:lumMod val="85000"/>
                    <a:lumOff val="15000"/>
                  </a:schemeClr>
                </a:solidFill>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7"/>
            </p:custDataLst>
          </p:nvPr>
        </p:nvSpPr>
        <p:spPr>
          <a:xfrm>
            <a:off x="594000" y="5180400"/>
            <a:ext cx="11001600" cy="1011600"/>
          </a:xfrm>
        </p:spPr>
        <p:txBody>
          <a:bodyPr wrap="square" lIns="90000" tIns="46800" rIns="90000" bIns="46800">
            <a:normAutofit/>
          </a:bodyPr>
          <a:lstStyle>
            <a:lvl1pPr marL="0" indent="0">
              <a:buNone/>
              <a:defRPr baseline="0">
                <a:solidFill>
                  <a:schemeClr val="tx1">
                    <a:lumMod val="85000"/>
                    <a:lumOff val="15000"/>
                  </a:schemeClr>
                </a:solidFill>
                <a:latin typeface="+mn-lt"/>
                <a:ea typeface="+mn-ea"/>
              </a:defRPr>
            </a:lvl1pPr>
          </a:lstStyle>
          <a:p>
            <a:pPr lvl="0"/>
            <a:r>
              <a:rPr lang="zh-CN" altLang="en-US" dirty="0"/>
              <a:t>单击此处编辑母版文本样式</a:t>
            </a:r>
            <a:endParaRPr lang="zh-CN" altLang="en-US" dirty="0"/>
          </a:p>
        </p:txBody>
      </p:sp>
      <p:sp>
        <p:nvSpPr>
          <p:cNvPr id="3" name="日期占位符 2"/>
          <p:cNvSpPr>
            <a:spLocks noGrp="1"/>
          </p:cNvSpPr>
          <p:nvPr>
            <p:ph type="dt" sz="half" idx="10"/>
            <p:custDataLst>
              <p:tags r:id="rId8"/>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
        <p:nvSpPr>
          <p:cNvPr id="5" name="灯片编号占位符 4"/>
          <p:cNvSpPr>
            <a:spLocks noGrp="1"/>
          </p:cNvSpPr>
          <p:nvPr>
            <p:ph type="sldNum" sz="quarter" idx="12"/>
            <p:custDataLst>
              <p:tags r:id="rId9"/>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bg>
      <p:bgPr>
        <a:blipFill>
          <a:blip r:embed="rId2"/>
          <a:stretch>
            <a:fillRect/>
          </a:stretch>
        </a:blipFill>
        <a:effectLst/>
      </p:bgPr>
    </p:bg>
    <p:spTree>
      <p:nvGrpSpPr>
        <p:cNvPr id="1" name=""/>
        <p:cNvGrpSpPr/>
        <p:nvPr/>
      </p:nvGrpSpPr>
      <p:grpSpPr>
        <a:xfrm>
          <a:off x="0" y="0"/>
          <a:ext cx="0" cy="0"/>
          <a:chOff x="0" y="0"/>
          <a:chExt cx="0" cy="0"/>
        </a:xfrm>
      </p:grpSpPr>
      <p:sp>
        <p:nvSpPr>
          <p:cNvPr id="10" name="矩形 9"/>
          <p:cNvSpPr/>
          <p:nvPr>
            <p:custDataLst>
              <p:tags r:id="rId3"/>
            </p:custDataLst>
          </p:nvPr>
        </p:nvSpPr>
        <p:spPr>
          <a:xfrm>
            <a:off x="0" y="-11046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579755" y="237490"/>
            <a:ext cx="11037570" cy="565150"/>
          </a:xfrm>
        </p:spPr>
        <p:txBody>
          <a:bodyPr wrap="square" lIns="90000" tIns="46800" rIns="90000" bIns="46800">
            <a:normAutofit/>
          </a:bodyPr>
          <a:lstStyle>
            <a:lvl1pPr>
              <a:defRPr sz="3200" baseline="0">
                <a:solidFill>
                  <a:schemeClr val="tx1">
                    <a:lumMod val="85000"/>
                    <a:lumOff val="15000"/>
                  </a:schemeClr>
                </a:solidFill>
                <a:latin typeface="+mj-lt"/>
                <a:ea typeface="+mj-ea"/>
              </a:defRPr>
            </a:lvl1pPr>
          </a:lstStyle>
          <a:p>
            <a:r>
              <a:rPr lang="zh-CN" altLang="en-US" dirty="0"/>
              <a:t>单击此处编辑母版标题样式</a:t>
            </a:r>
            <a:endParaRPr lang="zh-CN" altLang="en-US" dirty="0"/>
          </a:p>
        </p:txBody>
      </p:sp>
      <p:sp>
        <p:nvSpPr>
          <p:cNvPr id="4" name="页脚占位符 3"/>
          <p:cNvSpPr>
            <a:spLocks noGrp="1"/>
          </p:cNvSpPr>
          <p:nvPr>
            <p:ph type="ftr" sz="quarter" idx="11"/>
            <p:custDataLst>
              <p:tags r:id="rId5"/>
            </p:custDataLst>
          </p:nvPr>
        </p:nvSpPr>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wrap="square" lIns="90000" tIns="46800" rIns="90000" bIns="46800">
            <a:normAutofit/>
          </a:bodyPr>
          <a:lstStyle>
            <a:lvl1pPr>
              <a:defRPr sz="1400" baseline="0">
                <a:solidFill>
                  <a:schemeClr val="tx1">
                    <a:lumMod val="85000"/>
                    <a:lumOff val="15000"/>
                  </a:schemeClr>
                </a:solidFill>
                <a:latin typeface="+mn-lt"/>
                <a:ea typeface="+mn-ea"/>
              </a:defRPr>
            </a:lvl1pPr>
            <a:lvl2pPr>
              <a:defRPr sz="1400" baseline="0">
                <a:solidFill>
                  <a:schemeClr val="tx1">
                    <a:lumMod val="85000"/>
                    <a:lumOff val="15000"/>
                  </a:schemeClr>
                </a:solidFill>
                <a:latin typeface="+mn-lt"/>
                <a:ea typeface="+mn-ea"/>
              </a:defRPr>
            </a:lvl2pPr>
            <a:lvl3pPr>
              <a:defRPr sz="1400" baseline="0">
                <a:solidFill>
                  <a:schemeClr val="tx1">
                    <a:lumMod val="85000"/>
                    <a:lumOff val="15000"/>
                  </a:schemeClr>
                </a:solidFill>
                <a:latin typeface="+mn-lt"/>
                <a:ea typeface="+mn-ea"/>
              </a:defRPr>
            </a:lvl3pPr>
            <a:lvl4pPr>
              <a:defRPr sz="1400" baseline="0">
                <a:solidFill>
                  <a:schemeClr val="tx1">
                    <a:lumMod val="85000"/>
                    <a:lumOff val="15000"/>
                  </a:schemeClr>
                </a:solidFill>
                <a:latin typeface="+mn-lt"/>
                <a:ea typeface="+mn-ea"/>
              </a:defRPr>
            </a:lvl4pPr>
            <a:lvl5pPr>
              <a:defRPr sz="1400" baseline="0">
                <a:solidFill>
                  <a:schemeClr val="tx1">
                    <a:lumMod val="85000"/>
                    <a:lumOff val="15000"/>
                  </a:schemeClr>
                </a:solidFill>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wrap="square" lIns="90000" tIns="46800" rIns="90000" bIns="46800">
            <a:normAutofit/>
          </a:bodyPr>
          <a:lstStyle>
            <a:lvl1pPr>
              <a:defRPr sz="1400" baseline="0">
                <a:solidFill>
                  <a:schemeClr val="tx1">
                    <a:lumMod val="85000"/>
                    <a:lumOff val="15000"/>
                  </a:schemeClr>
                </a:solidFill>
                <a:latin typeface="+mn-lt"/>
                <a:ea typeface="+mn-ea"/>
              </a:defRPr>
            </a:lvl1pPr>
            <a:lvl2pPr>
              <a:defRPr sz="1400" baseline="0">
                <a:solidFill>
                  <a:schemeClr val="tx1">
                    <a:lumMod val="85000"/>
                    <a:lumOff val="15000"/>
                  </a:schemeClr>
                </a:solidFill>
                <a:latin typeface="+mn-lt"/>
                <a:ea typeface="+mn-ea"/>
              </a:defRPr>
            </a:lvl2pPr>
            <a:lvl3pPr>
              <a:defRPr sz="1400" baseline="0">
                <a:solidFill>
                  <a:schemeClr val="tx1">
                    <a:lumMod val="85000"/>
                    <a:lumOff val="15000"/>
                  </a:schemeClr>
                </a:solidFill>
                <a:latin typeface="+mn-lt"/>
                <a:ea typeface="+mn-ea"/>
              </a:defRPr>
            </a:lvl3pPr>
            <a:lvl4pPr>
              <a:defRPr sz="1400" baseline="0">
                <a:solidFill>
                  <a:schemeClr val="tx1">
                    <a:lumMod val="85000"/>
                    <a:lumOff val="15000"/>
                  </a:schemeClr>
                </a:solidFill>
                <a:latin typeface="+mn-lt"/>
                <a:ea typeface="+mn-ea"/>
              </a:defRPr>
            </a:lvl4pPr>
            <a:lvl5pPr>
              <a:defRPr sz="1400" baseline="0">
                <a:solidFill>
                  <a:schemeClr val="tx1">
                    <a:lumMod val="85000"/>
                    <a:lumOff val="15000"/>
                  </a:schemeClr>
                </a:solidFill>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wrap="square" lIns="90000" tIns="46800" rIns="90000" bIns="46800">
            <a:normAutofit/>
          </a:bodyPr>
          <a:lstStyle>
            <a:lvl1pPr>
              <a:defRPr sz="1400" baseline="0">
                <a:solidFill>
                  <a:schemeClr val="tx1">
                    <a:lumMod val="85000"/>
                    <a:lumOff val="15000"/>
                  </a:schemeClr>
                </a:solidFill>
                <a:latin typeface="+mn-lt"/>
                <a:ea typeface="+mn-ea"/>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wrap="square" lIns="90000" tIns="46800" rIns="90000" bIns="46800">
            <a:normAutofit/>
          </a:bodyPr>
          <a:lstStyle>
            <a:lvl1pPr>
              <a:defRPr sz="1400" baseline="0">
                <a:solidFill>
                  <a:schemeClr val="tx1">
                    <a:lumMod val="85000"/>
                    <a:lumOff val="15000"/>
                  </a:schemeClr>
                </a:solidFill>
                <a:latin typeface="+mn-lt"/>
                <a:ea typeface="+mn-ea"/>
              </a:defRPr>
            </a:lvl1pPr>
          </a:lstStyle>
          <a:p>
            <a:pPr lvl="0"/>
            <a:r>
              <a:rPr lang="zh-CN" altLang="en-US" dirty="0"/>
              <a:t>单击此处编辑母版文本样式</a:t>
            </a:r>
            <a:endParaRPr lang="zh-CN" altLang="en-US" dirty="0"/>
          </a:p>
        </p:txBody>
      </p:sp>
      <p:sp>
        <p:nvSpPr>
          <p:cNvPr id="3" name="日期占位符 2"/>
          <p:cNvSpPr>
            <a:spLocks noGrp="1"/>
          </p:cNvSpPr>
          <p:nvPr>
            <p:ph type="dt" sz="half" idx="10"/>
            <p:custDataLst>
              <p:tags r:id="rId11"/>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bg>
      <p:bgPr>
        <a:blipFill>
          <a:blip r:embed="rId2"/>
          <a:stretch>
            <a:fillRect/>
          </a:stretch>
        </a:blipFill>
        <a:effectLst/>
      </p:bgPr>
    </p:bg>
    <p:spTree>
      <p:nvGrpSpPr>
        <p:cNvPr id="1" name=""/>
        <p:cNvGrpSpPr/>
        <p:nvPr/>
      </p:nvGrpSpPr>
      <p:grpSpPr>
        <a:xfrm>
          <a:off x="0" y="0"/>
          <a:ext cx="0" cy="0"/>
          <a:chOff x="0" y="0"/>
          <a:chExt cx="0" cy="0"/>
        </a:xfrm>
      </p:grpSpPr>
      <p:sp>
        <p:nvSpPr>
          <p:cNvPr id="10" name="矩形 9"/>
          <p:cNvSpPr/>
          <p:nvPr>
            <p:custDataLst>
              <p:tags r:id="rId3"/>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a:sym typeface="+mn-ea"/>
            </a:endParaRPr>
          </a:p>
        </p:txBody>
      </p:sp>
      <p:sp>
        <p:nvSpPr>
          <p:cNvPr id="2" name="标题 1"/>
          <p:cNvSpPr>
            <a:spLocks noGrp="1"/>
          </p:cNvSpPr>
          <p:nvPr>
            <p:ph type="title" hasCustomPrompt="1"/>
            <p:custDataLst>
              <p:tags r:id="rId4"/>
            </p:custDataLst>
          </p:nvPr>
        </p:nvSpPr>
        <p:spPr>
          <a:xfrm>
            <a:off x="1522800" y="1339200"/>
            <a:ext cx="9144000" cy="2386800"/>
          </a:xfrm>
        </p:spPr>
        <p:txBody>
          <a:bodyPr wrap="square" lIns="90000" tIns="46800" rIns="90000" bIns="46800" anchor="b">
            <a:normAutofit/>
          </a:bodyPr>
          <a:lstStyle>
            <a:lvl1pPr algn="ctr">
              <a:defRPr sz="6000" baseline="0">
                <a:solidFill>
                  <a:schemeClr val="tx1">
                    <a:lumMod val="85000"/>
                    <a:lumOff val="15000"/>
                  </a:schemeClr>
                </a:solidFill>
                <a:latin typeface="+mj-lt"/>
                <a:ea typeface="+mj-ea"/>
              </a:defRPr>
            </a:lvl1pPr>
          </a:lstStyle>
          <a:p>
            <a:r>
              <a:rPr lang="zh-CN" altLang="en-US" dirty="0"/>
              <a:t>单击此处编辑标题</a:t>
            </a:r>
            <a:endParaRPr lang="zh-CN" altLang="en-US" dirty="0"/>
          </a:p>
        </p:txBody>
      </p:sp>
      <p:sp>
        <p:nvSpPr>
          <p:cNvPr id="4" name="页脚占位符 3"/>
          <p:cNvSpPr>
            <a:spLocks noGrp="1"/>
          </p:cNvSpPr>
          <p:nvPr>
            <p:ph type="ftr" sz="quarter" idx="11"/>
            <p:custDataLst>
              <p:tags r:id="rId5"/>
            </p:custDataLst>
          </p:nvPr>
        </p:nvSpPr>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wrap="square" lIns="90000" tIns="46800" rIns="90000" bIns="46800">
            <a:normAutofit/>
          </a:bodyPr>
          <a:lstStyle>
            <a:lvl1pPr algn="ctr">
              <a:defRPr baseline="0">
                <a:solidFill>
                  <a:schemeClr val="tx1">
                    <a:lumMod val="85000"/>
                    <a:lumOff val="15000"/>
                  </a:schemeClr>
                </a:solidFill>
                <a:latin typeface="+mn-lt"/>
                <a:ea typeface="+mn-ea"/>
              </a:defRPr>
            </a:lvl1pPr>
          </a:lstStyle>
          <a:p>
            <a:pPr lvl="0"/>
            <a:r>
              <a:rPr lang="zh-CN" altLang="en-US" dirty="0"/>
              <a:t>单击此处编辑母版文本样式</a:t>
            </a:r>
            <a:endParaRPr lang="zh-CN" altLang="en-US" dirty="0"/>
          </a:p>
        </p:txBody>
      </p:sp>
      <p:sp>
        <p:nvSpPr>
          <p:cNvPr id="3" name="日期占位符 2"/>
          <p:cNvSpPr>
            <a:spLocks noGrp="1"/>
          </p:cNvSpPr>
          <p:nvPr>
            <p:ph type="dt" sz="half" idx="10"/>
            <p:custDataLst>
              <p:tags r:id="rId8"/>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任意多边形 2"/>
          <p:cNvSpPr/>
          <p:nvPr userDrawn="1">
            <p:custDataLst>
              <p:tags r:id="rId2"/>
            </p:custDataLst>
          </p:nvPr>
        </p:nvSpPr>
        <p:spPr>
          <a:xfrm>
            <a:off x="0" y="1880870"/>
            <a:ext cx="12192000" cy="3218815"/>
          </a:xfrm>
          <a:custGeom>
            <a:avLst/>
            <a:gdLst>
              <a:gd name="connsiteX0" fmla="*/ 0 w 19205"/>
              <a:gd name="connsiteY0" fmla="*/ 5042 h 5069"/>
              <a:gd name="connsiteX1" fmla="*/ 2204 w 19205"/>
              <a:gd name="connsiteY1" fmla="*/ 5044 h 5069"/>
              <a:gd name="connsiteX2" fmla="*/ 2204 w 19205"/>
              <a:gd name="connsiteY2" fmla="*/ 4474 h 5069"/>
              <a:gd name="connsiteX3" fmla="*/ 3010 w 19205"/>
              <a:gd name="connsiteY3" fmla="*/ 4470 h 5069"/>
              <a:gd name="connsiteX4" fmla="*/ 3014 w 19205"/>
              <a:gd name="connsiteY4" fmla="*/ 3374 h 5069"/>
              <a:gd name="connsiteX5" fmla="*/ 4234 w 19205"/>
              <a:gd name="connsiteY5" fmla="*/ 3374 h 5069"/>
              <a:gd name="connsiteX6" fmla="*/ 4234 w 19205"/>
              <a:gd name="connsiteY6" fmla="*/ 4294 h 5069"/>
              <a:gd name="connsiteX7" fmla="*/ 3914 w 19205"/>
              <a:gd name="connsiteY7" fmla="*/ 4294 h 5069"/>
              <a:gd name="connsiteX8" fmla="*/ 3914 w 19205"/>
              <a:gd name="connsiteY8" fmla="*/ 2524 h 5069"/>
              <a:gd name="connsiteX9" fmla="*/ 4274 w 19205"/>
              <a:gd name="connsiteY9" fmla="*/ 2524 h 5069"/>
              <a:gd name="connsiteX10" fmla="*/ 4278 w 19205"/>
              <a:gd name="connsiteY10" fmla="*/ 0 h 5069"/>
              <a:gd name="connsiteX11" fmla="*/ 5058 w 19205"/>
              <a:gd name="connsiteY11" fmla="*/ 480 h 5069"/>
              <a:gd name="connsiteX12" fmla="*/ 5044 w 19205"/>
              <a:gd name="connsiteY12" fmla="*/ 4864 h 5069"/>
              <a:gd name="connsiteX13" fmla="*/ 4701 w 19205"/>
              <a:gd name="connsiteY13" fmla="*/ 4863 h 5069"/>
              <a:gd name="connsiteX14" fmla="*/ 4701 w 19205"/>
              <a:gd name="connsiteY14" fmla="*/ 1968 h 5069"/>
              <a:gd name="connsiteX15" fmla="*/ 5663 w 19205"/>
              <a:gd name="connsiteY15" fmla="*/ 1965 h 5069"/>
              <a:gd name="connsiteX16" fmla="*/ 5662 w 19205"/>
              <a:gd name="connsiteY16" fmla="*/ 4024 h 5069"/>
              <a:gd name="connsiteX17" fmla="*/ 6454 w 19205"/>
              <a:gd name="connsiteY17" fmla="*/ 4024 h 5069"/>
              <a:gd name="connsiteX18" fmla="*/ 6457 w 19205"/>
              <a:gd name="connsiteY18" fmla="*/ 5069 h 5069"/>
              <a:gd name="connsiteX19" fmla="*/ 19205 w 19205"/>
              <a:gd name="connsiteY19" fmla="*/ 5069 h 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205" h="5069">
                <a:moveTo>
                  <a:pt x="0" y="5042"/>
                </a:moveTo>
                <a:lnTo>
                  <a:pt x="2204" y="5044"/>
                </a:lnTo>
                <a:lnTo>
                  <a:pt x="2204" y="4474"/>
                </a:lnTo>
                <a:lnTo>
                  <a:pt x="3010" y="4470"/>
                </a:lnTo>
                <a:lnTo>
                  <a:pt x="3014" y="3374"/>
                </a:lnTo>
                <a:lnTo>
                  <a:pt x="4234" y="3374"/>
                </a:lnTo>
                <a:lnTo>
                  <a:pt x="4234" y="4294"/>
                </a:lnTo>
                <a:lnTo>
                  <a:pt x="3914" y="4294"/>
                </a:lnTo>
                <a:lnTo>
                  <a:pt x="3914" y="2524"/>
                </a:lnTo>
                <a:lnTo>
                  <a:pt x="4274" y="2524"/>
                </a:lnTo>
                <a:lnTo>
                  <a:pt x="4278" y="0"/>
                </a:lnTo>
                <a:lnTo>
                  <a:pt x="5058" y="480"/>
                </a:lnTo>
                <a:lnTo>
                  <a:pt x="5044" y="4864"/>
                </a:lnTo>
                <a:lnTo>
                  <a:pt x="4701" y="4863"/>
                </a:lnTo>
                <a:lnTo>
                  <a:pt x="4701" y="1968"/>
                </a:lnTo>
                <a:lnTo>
                  <a:pt x="5663" y="1965"/>
                </a:lnTo>
                <a:lnTo>
                  <a:pt x="5662" y="4024"/>
                </a:lnTo>
                <a:lnTo>
                  <a:pt x="6454" y="4024"/>
                </a:lnTo>
                <a:lnTo>
                  <a:pt x="6457" y="5069"/>
                </a:lnTo>
                <a:lnTo>
                  <a:pt x="19205" y="5069"/>
                </a:lnTo>
              </a:path>
            </a:pathLst>
          </a:cu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 1"/>
          <p:cNvSpPr>
            <a:spLocks noGrp="1"/>
          </p:cNvSpPr>
          <p:nvPr>
            <p:ph type="ctrTitle"/>
            <p:custDataLst>
              <p:tags r:id="rId3"/>
            </p:custDataLst>
          </p:nvPr>
        </p:nvSpPr>
        <p:spPr>
          <a:xfrm>
            <a:off x="4896000" y="1476155"/>
            <a:ext cx="5936400" cy="2055445"/>
          </a:xfrm>
        </p:spPr>
        <p:txBody>
          <a:bodyPr wrap="square" lIns="90000" tIns="46800" rIns="90000" bIns="46800" anchor="b">
            <a:normAutofit/>
          </a:bodyPr>
          <a:lstStyle>
            <a:lvl1pPr algn="r">
              <a:lnSpc>
                <a:spcPct val="100000"/>
              </a:lnSpc>
              <a:defRPr sz="5600">
                <a:solidFill>
                  <a:schemeClr val="tx1">
                    <a:lumMod val="85000"/>
                    <a:lumOff val="15000"/>
                  </a:schemeClr>
                </a:solidFill>
              </a:defRPr>
            </a:lvl1pPr>
          </a:lstStyle>
          <a:p>
            <a:r>
              <a:rPr lang="zh-CN" altLang="en-US" dirty="0"/>
              <a:t>单击此处编辑母版标题样式</a:t>
            </a:r>
            <a:endParaRPr lang="zh-CN" altLang="en-US" dirty="0"/>
          </a:p>
        </p:txBody>
      </p:sp>
      <p:sp>
        <p:nvSpPr>
          <p:cNvPr id="3" name="副标题 2"/>
          <p:cNvSpPr>
            <a:spLocks noGrp="1"/>
          </p:cNvSpPr>
          <p:nvPr>
            <p:ph type="subTitle" idx="1" hasCustomPrompt="1"/>
            <p:custDataLst>
              <p:tags r:id="rId4"/>
            </p:custDataLst>
          </p:nvPr>
        </p:nvSpPr>
        <p:spPr>
          <a:xfrm>
            <a:off x="4896000" y="3888000"/>
            <a:ext cx="5936400" cy="720000"/>
          </a:xfrm>
        </p:spPr>
        <p:txBody>
          <a:bodyPr wrap="square" lIns="90000" tIns="46800" rIns="90000" bIns="46800">
            <a:normAutofit/>
          </a:bodyPr>
          <a:lstStyle>
            <a:lvl1pPr marL="0" indent="0" algn="r">
              <a:lnSpc>
                <a:spcPct val="100000"/>
              </a:lnSpc>
              <a:buNone/>
              <a:defRPr sz="2000" b="1"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0" name="联系方式占位符 9"/>
          <p:cNvSpPr>
            <a:spLocks noGrp="1"/>
          </p:cNvSpPr>
          <p:nvPr>
            <p:ph type="body" sz="quarter" idx="16" hasCustomPrompt="1"/>
            <p:custDataLst>
              <p:tags r:id="rId8"/>
            </p:custDataLst>
          </p:nvPr>
        </p:nvSpPr>
        <p:spPr>
          <a:xfrm>
            <a:off x="8209504" y="5504400"/>
            <a:ext cx="2566800" cy="739382"/>
          </a:xfrm>
        </p:spPr>
        <p:txBody>
          <a:bodyPr wrap="square" lIns="90000" tIns="46800" rIns="90000" bIns="46800" anchor="t">
            <a:normAutofit/>
          </a:bodyPr>
          <a:lstStyle>
            <a:lvl1pPr marL="0" indent="0" algn="r">
              <a:lnSpc>
                <a:spcPct val="100000"/>
              </a:lnSpc>
              <a:buNone/>
              <a:defRPr sz="1800">
                <a:solidFill>
                  <a:schemeClr val="accent1"/>
                </a:solidFill>
              </a:defRPr>
            </a:lvl1pPr>
          </a:lstStyle>
          <a:p>
            <a:pPr lvl="0"/>
            <a:r>
              <a:rPr lang="zh-CN" altLang="en-US" dirty="0"/>
              <a:t>联系方式</a:t>
            </a:r>
            <a:endParaRPr lang="zh-CN" altLang="en-US" dirty="0"/>
          </a:p>
        </p:txBody>
      </p:sp>
      <p:sp>
        <p:nvSpPr>
          <p:cNvPr id="24" name="署名占位符 10"/>
          <p:cNvSpPr>
            <a:spLocks noGrp="1"/>
          </p:cNvSpPr>
          <p:nvPr>
            <p:ph type="body" sz="quarter" idx="17" hasCustomPrompt="1"/>
            <p:custDataLst>
              <p:tags r:id="rId9"/>
            </p:custDataLst>
          </p:nvPr>
        </p:nvSpPr>
        <p:spPr>
          <a:xfrm>
            <a:off x="5853760" y="5504400"/>
            <a:ext cx="2163600" cy="739382"/>
          </a:xfrm>
        </p:spPr>
        <p:txBody>
          <a:bodyPr wrap="square" lIns="90000" tIns="46800" rIns="90000" bIns="46800" anchor="t">
            <a:normAutofit/>
          </a:bodyPr>
          <a:lstStyle>
            <a:lvl1pPr marL="0" indent="0" algn="l">
              <a:lnSpc>
                <a:spcPct val="100000"/>
              </a:lnSpc>
              <a:buNone/>
              <a:defRPr sz="1800" b="0">
                <a:solidFill>
                  <a:schemeClr val="accent1"/>
                </a:solidFill>
              </a:defRPr>
            </a:lvl1pPr>
          </a:lstStyle>
          <a:p>
            <a:pPr lvl="0"/>
            <a:r>
              <a:rPr lang="zh-CN" altLang="en-US" dirty="0"/>
              <a:t>署名</a:t>
            </a:r>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6" name="任意多边形 17"/>
          <p:cNvSpPr/>
          <p:nvPr userDrawn="1">
            <p:custDataLst>
              <p:tags r:id="rId2"/>
            </p:custDataLst>
          </p:nvPr>
        </p:nvSpPr>
        <p:spPr>
          <a:xfrm>
            <a:off x="7534910" y="2957195"/>
            <a:ext cx="4657090" cy="3030855"/>
          </a:xfrm>
          <a:custGeom>
            <a:avLst/>
            <a:gdLst>
              <a:gd name="connsiteX0" fmla="*/ 0 w 7334"/>
              <a:gd name="connsiteY0" fmla="*/ 4754 h 4773"/>
              <a:gd name="connsiteX1" fmla="*/ 1297 w 7334"/>
              <a:gd name="connsiteY1" fmla="*/ 4754 h 4773"/>
              <a:gd name="connsiteX2" fmla="*/ 1297 w 7334"/>
              <a:gd name="connsiteY2" fmla="*/ 3267 h 4773"/>
              <a:gd name="connsiteX3" fmla="*/ 2032 w 7334"/>
              <a:gd name="connsiteY3" fmla="*/ 2990 h 4773"/>
              <a:gd name="connsiteX4" fmla="*/ 2028 w 7334"/>
              <a:gd name="connsiteY4" fmla="*/ 4767 h 4773"/>
              <a:gd name="connsiteX5" fmla="*/ 1736 w 7334"/>
              <a:gd name="connsiteY5" fmla="*/ 4769 h 4773"/>
              <a:gd name="connsiteX6" fmla="*/ 1736 w 7334"/>
              <a:gd name="connsiteY6" fmla="*/ 1950 h 4773"/>
              <a:gd name="connsiteX7" fmla="*/ 3109 w 7334"/>
              <a:gd name="connsiteY7" fmla="*/ 2275 h 4773"/>
              <a:gd name="connsiteX8" fmla="*/ 3109 w 7334"/>
              <a:gd name="connsiteY8" fmla="*/ 4773 h 4773"/>
              <a:gd name="connsiteX9" fmla="*/ 2594 w 7334"/>
              <a:gd name="connsiteY9" fmla="*/ 4773 h 4773"/>
              <a:gd name="connsiteX10" fmla="*/ 2604 w 7334"/>
              <a:gd name="connsiteY10" fmla="*/ 0 h 4773"/>
              <a:gd name="connsiteX11" fmla="*/ 3656 w 7334"/>
              <a:gd name="connsiteY11" fmla="*/ 7 h 4773"/>
              <a:gd name="connsiteX12" fmla="*/ 3653 w 7334"/>
              <a:gd name="connsiteY12" fmla="*/ 3834 h 4773"/>
              <a:gd name="connsiteX13" fmla="*/ 3404 w 7334"/>
              <a:gd name="connsiteY13" fmla="*/ 3837 h 4773"/>
              <a:gd name="connsiteX14" fmla="*/ 3404 w 7334"/>
              <a:gd name="connsiteY14" fmla="*/ 2979 h 4773"/>
              <a:gd name="connsiteX15" fmla="*/ 4594 w 7334"/>
              <a:gd name="connsiteY15" fmla="*/ 2978 h 4773"/>
              <a:gd name="connsiteX16" fmla="*/ 4593 w 7334"/>
              <a:gd name="connsiteY16" fmla="*/ 4339 h 4773"/>
              <a:gd name="connsiteX17" fmla="*/ 5122 w 7334"/>
              <a:gd name="connsiteY17" fmla="*/ 4338 h 4773"/>
              <a:gd name="connsiteX18" fmla="*/ 5120 w 7334"/>
              <a:gd name="connsiteY18" fmla="*/ 4771 h 4773"/>
              <a:gd name="connsiteX19" fmla="*/ 7334 w 7334"/>
              <a:gd name="connsiteY19" fmla="*/ 4769 h 4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4" h="4773">
                <a:moveTo>
                  <a:pt x="0" y="4754"/>
                </a:moveTo>
                <a:lnTo>
                  <a:pt x="1297" y="4754"/>
                </a:lnTo>
                <a:lnTo>
                  <a:pt x="1297" y="3267"/>
                </a:lnTo>
                <a:lnTo>
                  <a:pt x="2032" y="2990"/>
                </a:lnTo>
                <a:lnTo>
                  <a:pt x="2028" y="4767"/>
                </a:lnTo>
                <a:lnTo>
                  <a:pt x="1736" y="4769"/>
                </a:lnTo>
                <a:lnTo>
                  <a:pt x="1736" y="1950"/>
                </a:lnTo>
                <a:lnTo>
                  <a:pt x="3109" y="2275"/>
                </a:lnTo>
                <a:lnTo>
                  <a:pt x="3109" y="4773"/>
                </a:lnTo>
                <a:lnTo>
                  <a:pt x="2594" y="4773"/>
                </a:lnTo>
                <a:lnTo>
                  <a:pt x="2604" y="0"/>
                </a:lnTo>
                <a:lnTo>
                  <a:pt x="3656" y="7"/>
                </a:lnTo>
                <a:lnTo>
                  <a:pt x="3653" y="3834"/>
                </a:lnTo>
                <a:lnTo>
                  <a:pt x="3404" y="3837"/>
                </a:lnTo>
                <a:lnTo>
                  <a:pt x="3404" y="2979"/>
                </a:lnTo>
                <a:lnTo>
                  <a:pt x="4594" y="2978"/>
                </a:lnTo>
                <a:lnTo>
                  <a:pt x="4593" y="4339"/>
                </a:lnTo>
                <a:lnTo>
                  <a:pt x="5122" y="4338"/>
                </a:lnTo>
                <a:lnTo>
                  <a:pt x="5120" y="4771"/>
                </a:lnTo>
                <a:lnTo>
                  <a:pt x="7334" y="4769"/>
                </a:lnTo>
              </a:path>
            </a:pathLst>
          </a:cu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10" name="直接连接符 9"/>
          <p:cNvCxnSpPr/>
          <p:nvPr userDrawn="1">
            <p:custDataLst>
              <p:tags r:id="rId3"/>
            </p:custDataLst>
          </p:nvPr>
        </p:nvCxnSpPr>
        <p:spPr>
          <a:xfrm>
            <a:off x="9528175" y="2393950"/>
            <a:ext cx="0" cy="563245"/>
          </a:xfrm>
          <a:prstGeom prst="line">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cxnSp>
      <p:sp>
        <p:nvSpPr>
          <p:cNvPr id="3" name="椭圆 2"/>
          <p:cNvSpPr>
            <a:spLocks noChangeAspect="1"/>
          </p:cNvSpPr>
          <p:nvPr userDrawn="1">
            <p:custDataLst>
              <p:tags r:id="rId4"/>
            </p:custDataLst>
          </p:nvPr>
        </p:nvSpPr>
        <p:spPr>
          <a:xfrm>
            <a:off x="7488000" y="5914800"/>
            <a:ext cx="108000" cy="108000"/>
          </a:xfrm>
          <a:prstGeom prst="ellips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5"/>
            </p:custDataLst>
          </p:nvPr>
        </p:nvSpPr>
        <p:spPr>
          <a:xfrm>
            <a:off x="550800" y="511200"/>
            <a:ext cx="2174400" cy="1404000"/>
          </a:xfrm>
        </p:spPr>
        <p:txBody>
          <a:bodyPr wrap="square" lIns="90000" tIns="46800" rIns="90000" bIns="46800" anchor="ctr">
            <a:normAutofit/>
          </a:bodyPr>
          <a:lstStyle>
            <a:lvl1pPr algn="r">
              <a:defRPr sz="5400"/>
            </a:lvl1pPr>
          </a:lstStyle>
          <a:p>
            <a:r>
              <a:rPr lang="zh-CN" altLang="en-US" dirty="0"/>
              <a:t>标题</a:t>
            </a:r>
            <a:endParaRPr lang="zh-CN" altLang="en-US" dirty="0"/>
          </a:p>
        </p:txBody>
      </p:sp>
      <p:sp>
        <p:nvSpPr>
          <p:cNvPr id="7"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dirty="0"/>
          </a:p>
        </p:txBody>
      </p:sp>
      <p:sp>
        <p:nvSpPr>
          <p:cNvPr id="8" name="页脚占位符 4"/>
          <p:cNvSpPr>
            <a:spLocks noGrp="1"/>
          </p:cNvSpPr>
          <p:nvPr>
            <p:ph type="ftr" sz="quarter" idx="11"/>
            <p:custDataLst>
              <p:tags r:id="rId7"/>
            </p:custDataLst>
          </p:nvPr>
        </p:nvSpPr>
        <p:spPr/>
        <p:txBody>
          <a:bodyPr/>
          <a:lstStyle/>
          <a:p>
            <a:endParaRPr lang="zh-CN" altLang="en-US" dirty="0"/>
          </a:p>
        </p:txBody>
      </p:sp>
      <p:sp>
        <p:nvSpPr>
          <p:cNvPr id="9" name="灯片编号占位符 5"/>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13" name="任意多边形 7"/>
          <p:cNvSpPr/>
          <p:nvPr>
            <p:custDataLst>
              <p:tags r:id="rId2"/>
            </p:custDataLst>
          </p:nvPr>
        </p:nvSpPr>
        <p:spPr>
          <a:xfrm>
            <a:off x="5881370" y="4941570"/>
            <a:ext cx="6301740" cy="1591310"/>
          </a:xfrm>
          <a:custGeom>
            <a:avLst/>
            <a:gdLst>
              <a:gd name="connsiteX0" fmla="*/ 2 w 9924"/>
              <a:gd name="connsiteY0" fmla="*/ 2235 h 2506"/>
              <a:gd name="connsiteX1" fmla="*/ 0 w 9924"/>
              <a:gd name="connsiteY1" fmla="*/ 230 h 2506"/>
              <a:gd name="connsiteX2" fmla="*/ 220 w 9924"/>
              <a:gd name="connsiteY2" fmla="*/ 0 h 2506"/>
              <a:gd name="connsiteX3" fmla="*/ 500 w 9924"/>
              <a:gd name="connsiteY3" fmla="*/ 0 h 2506"/>
              <a:gd name="connsiteX4" fmla="*/ 710 w 9924"/>
              <a:gd name="connsiteY4" fmla="*/ 220 h 2506"/>
              <a:gd name="connsiteX5" fmla="*/ 710 w 9924"/>
              <a:gd name="connsiteY5" fmla="*/ 2050 h 2506"/>
              <a:gd name="connsiteX6" fmla="*/ 500 w 9924"/>
              <a:gd name="connsiteY6" fmla="*/ 2050 h 2506"/>
              <a:gd name="connsiteX7" fmla="*/ 500 w 9924"/>
              <a:gd name="connsiteY7" fmla="*/ 980 h 2506"/>
              <a:gd name="connsiteX8" fmla="*/ 1153 w 9924"/>
              <a:gd name="connsiteY8" fmla="*/ 982 h 2506"/>
              <a:gd name="connsiteX9" fmla="*/ 1153 w 9924"/>
              <a:gd name="connsiteY9" fmla="*/ 1942 h 2506"/>
              <a:gd name="connsiteX10" fmla="*/ 1936 w 9924"/>
              <a:gd name="connsiteY10" fmla="*/ 1946 h 2506"/>
              <a:gd name="connsiteX11" fmla="*/ 1936 w 9924"/>
              <a:gd name="connsiteY11" fmla="*/ 2268 h 2506"/>
              <a:gd name="connsiteX12" fmla="*/ 2281 w 9924"/>
              <a:gd name="connsiteY12" fmla="*/ 2268 h 2506"/>
              <a:gd name="connsiteX13" fmla="*/ 2283 w 9924"/>
              <a:gd name="connsiteY13" fmla="*/ 2506 h 2506"/>
              <a:gd name="connsiteX14" fmla="*/ 9924 w 9924"/>
              <a:gd name="connsiteY14" fmla="*/ 2501 h 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24" h="2506">
                <a:moveTo>
                  <a:pt x="2" y="2235"/>
                </a:moveTo>
                <a:lnTo>
                  <a:pt x="0" y="230"/>
                </a:lnTo>
                <a:lnTo>
                  <a:pt x="220" y="0"/>
                </a:lnTo>
                <a:lnTo>
                  <a:pt x="500" y="0"/>
                </a:lnTo>
                <a:lnTo>
                  <a:pt x="710" y="220"/>
                </a:lnTo>
                <a:lnTo>
                  <a:pt x="710" y="2050"/>
                </a:lnTo>
                <a:lnTo>
                  <a:pt x="500" y="2050"/>
                </a:lnTo>
                <a:lnTo>
                  <a:pt x="500" y="980"/>
                </a:lnTo>
                <a:lnTo>
                  <a:pt x="1153" y="982"/>
                </a:lnTo>
                <a:lnTo>
                  <a:pt x="1153" y="1942"/>
                </a:lnTo>
                <a:lnTo>
                  <a:pt x="1936" y="1946"/>
                </a:lnTo>
                <a:lnTo>
                  <a:pt x="1936" y="2268"/>
                </a:lnTo>
                <a:lnTo>
                  <a:pt x="2281" y="2268"/>
                </a:lnTo>
                <a:lnTo>
                  <a:pt x="2283" y="2506"/>
                </a:lnTo>
                <a:lnTo>
                  <a:pt x="9924" y="2501"/>
                </a:lnTo>
              </a:path>
            </a:pathLst>
          </a:custGeom>
          <a:noFill/>
          <a:ln w="19050">
            <a:solidFill>
              <a:schemeClr val="accent1">
                <a:alpha val="6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4" name="任意多边形 8"/>
          <p:cNvSpPr/>
          <p:nvPr>
            <p:custDataLst>
              <p:tags r:id="rId3"/>
            </p:custDataLst>
          </p:nvPr>
        </p:nvSpPr>
        <p:spPr>
          <a:xfrm>
            <a:off x="0" y="5236845"/>
            <a:ext cx="5894705" cy="1302385"/>
          </a:xfrm>
          <a:custGeom>
            <a:avLst/>
            <a:gdLst>
              <a:gd name="connsiteX0" fmla="*/ 9283 w 9283"/>
              <a:gd name="connsiteY0" fmla="*/ 1758 h 2051"/>
              <a:gd name="connsiteX1" fmla="*/ 9062 w 9283"/>
              <a:gd name="connsiteY1" fmla="*/ 1755 h 2051"/>
              <a:gd name="connsiteX2" fmla="*/ 9062 w 9283"/>
              <a:gd name="connsiteY2" fmla="*/ 0 h 2051"/>
              <a:gd name="connsiteX3" fmla="*/ 8410 w 9283"/>
              <a:gd name="connsiteY3" fmla="*/ 547 h 2051"/>
              <a:gd name="connsiteX4" fmla="*/ 8410 w 9283"/>
              <a:gd name="connsiteY4" fmla="*/ 2028 h 2051"/>
              <a:gd name="connsiteX5" fmla="*/ 8710 w 9283"/>
              <a:gd name="connsiteY5" fmla="*/ 2028 h 2051"/>
              <a:gd name="connsiteX6" fmla="*/ 8710 w 9283"/>
              <a:gd name="connsiteY6" fmla="*/ 1158 h 2051"/>
              <a:gd name="connsiteX7" fmla="*/ 7675 w 9283"/>
              <a:gd name="connsiteY7" fmla="*/ 906 h 2051"/>
              <a:gd name="connsiteX8" fmla="*/ 7674 w 9283"/>
              <a:gd name="connsiteY8" fmla="*/ 1785 h 2051"/>
              <a:gd name="connsiteX9" fmla="*/ 7084 w 9283"/>
              <a:gd name="connsiteY9" fmla="*/ 1785 h 2051"/>
              <a:gd name="connsiteX10" fmla="*/ 7086 w 9283"/>
              <a:gd name="connsiteY10" fmla="*/ 2051 h 2051"/>
              <a:gd name="connsiteX11" fmla="*/ 0 w 9283"/>
              <a:gd name="connsiteY11" fmla="*/ 2047 h 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83" h="2051">
                <a:moveTo>
                  <a:pt x="9283" y="1758"/>
                </a:moveTo>
                <a:lnTo>
                  <a:pt x="9062" y="1755"/>
                </a:lnTo>
                <a:lnTo>
                  <a:pt x="9062" y="0"/>
                </a:lnTo>
                <a:lnTo>
                  <a:pt x="8410" y="547"/>
                </a:lnTo>
                <a:lnTo>
                  <a:pt x="8410" y="2028"/>
                </a:lnTo>
                <a:lnTo>
                  <a:pt x="8710" y="2028"/>
                </a:lnTo>
                <a:lnTo>
                  <a:pt x="8710" y="1158"/>
                </a:lnTo>
                <a:lnTo>
                  <a:pt x="7675" y="906"/>
                </a:lnTo>
                <a:lnTo>
                  <a:pt x="7674" y="1785"/>
                </a:lnTo>
                <a:lnTo>
                  <a:pt x="7084" y="1785"/>
                </a:lnTo>
                <a:lnTo>
                  <a:pt x="7086" y="2051"/>
                </a:lnTo>
                <a:lnTo>
                  <a:pt x="0" y="2047"/>
                </a:lnTo>
              </a:path>
            </a:pathLst>
          </a:custGeom>
          <a:noFill/>
          <a:ln w="19050">
            <a:solidFill>
              <a:schemeClr val="accent1">
                <a:alpha val="6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15" name="直接连接符 14"/>
          <p:cNvCxnSpPr/>
          <p:nvPr>
            <p:custDataLst>
              <p:tags r:id="rId4"/>
            </p:custDataLst>
          </p:nvPr>
        </p:nvCxnSpPr>
        <p:spPr>
          <a:xfrm>
            <a:off x="6106795" y="4594225"/>
            <a:ext cx="0" cy="347345"/>
          </a:xfrm>
          <a:prstGeom prst="line">
            <a:avLst/>
          </a:prstGeom>
          <a:noFill/>
          <a:ln w="19050">
            <a:solidFill>
              <a:schemeClr val="accent1">
                <a:alpha val="60000"/>
              </a:schemeClr>
            </a:solidFill>
          </a:ln>
        </p:spPr>
        <p:style>
          <a:lnRef idx="2">
            <a:schemeClr val="accent1">
              <a:lumMod val="75000"/>
            </a:schemeClr>
          </a:lnRef>
          <a:fillRef idx="1">
            <a:schemeClr val="accent1"/>
          </a:fillRef>
          <a:effectRef idx="0">
            <a:srgbClr val="FFFFFF"/>
          </a:effectRef>
          <a:fontRef idx="minor">
            <a:schemeClr val="lt1"/>
          </a:fontRef>
        </p:style>
      </p:cxnSp>
      <p:sp>
        <p:nvSpPr>
          <p:cNvPr id="2" name="标题 1"/>
          <p:cNvSpPr>
            <a:spLocks noGrp="1"/>
          </p:cNvSpPr>
          <p:nvPr userDrawn="1">
            <p:ph type="title" hasCustomPrompt="1"/>
            <p:custDataLst>
              <p:tags r:id="rId5"/>
            </p:custDataLst>
          </p:nvPr>
        </p:nvSpPr>
        <p:spPr>
          <a:xfrm>
            <a:off x="2233477" y="3106297"/>
            <a:ext cx="7725045" cy="1159200"/>
          </a:xfrm>
        </p:spPr>
        <p:txBody>
          <a:bodyPr wrap="square" lIns="90000" tIns="46800" rIns="90000" bIns="46800" anchor="t">
            <a:normAutofit/>
          </a:bodyPr>
          <a:lstStyle>
            <a:lvl1pPr algn="ctr">
              <a:defRPr sz="5200">
                <a:solidFill>
                  <a:schemeClr val="tx1">
                    <a:lumMod val="85000"/>
                    <a:lumOff val="15000"/>
                  </a:schemeClr>
                </a:solidFill>
              </a:defRPr>
            </a:lvl1pPr>
          </a:lstStyle>
          <a:p>
            <a:r>
              <a:rPr lang="zh-CN" altLang="en-US" dirty="0"/>
              <a:t>单击编辑母版标题</a:t>
            </a:r>
            <a:endParaRPr lang="zh-CN" altLang="en-US" dirty="0"/>
          </a:p>
        </p:txBody>
      </p:sp>
      <p:sp>
        <p:nvSpPr>
          <p:cNvPr id="8" name="节编号 3"/>
          <p:cNvSpPr>
            <a:spLocks noGrp="1"/>
          </p:cNvSpPr>
          <p:nvPr userDrawn="1">
            <p:ph type="body" sz="quarter" idx="13" hasCustomPrompt="1"/>
            <p:custDataLst>
              <p:tags r:id="rId6"/>
            </p:custDataLst>
          </p:nvPr>
        </p:nvSpPr>
        <p:spPr>
          <a:xfrm>
            <a:off x="3513000" y="1376507"/>
            <a:ext cx="5166000" cy="1602000"/>
          </a:xfrm>
        </p:spPr>
        <p:txBody>
          <a:bodyPr wrap="none" lIns="90000" tIns="46800" rIns="90000" bIns="46800" anchor="b">
            <a:normAutofit/>
          </a:bodyPr>
          <a:lstStyle>
            <a:lvl1pPr marL="0" indent="0" algn="ctr">
              <a:buNone/>
              <a:defRPr sz="6000" b="1">
                <a:ln w="15875">
                  <a:solidFill>
                    <a:schemeClr val="accent1">
                      <a:lumMod val="40000"/>
                      <a:lumOff val="60000"/>
                    </a:schemeClr>
                  </a:solidFill>
                </a:ln>
                <a:noFill/>
              </a:defRPr>
            </a:lvl1pPr>
          </a:lstStyle>
          <a:p>
            <a:pPr lvl="0"/>
            <a:r>
              <a:rPr lang="zh-CN" altLang="en-US" dirty="0"/>
              <a:t>节编号</a:t>
            </a:r>
            <a:endParaRPr lang="zh-CN" altLang="en-US" dirty="0"/>
          </a:p>
        </p:txBody>
      </p:sp>
      <p:sp>
        <p:nvSpPr>
          <p:cNvPr id="4" name="日期占位符 4"/>
          <p:cNvSpPr>
            <a:spLocks noGrp="1"/>
          </p:cNvSpPr>
          <p:nvPr userDrawn="1">
            <p:ph type="dt" sz="half" idx="10"/>
            <p:custDataLst>
              <p:tags r:id="rId7"/>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userDrawn="1">
            <p:ph type="ftr" sz="quarter" idx="11"/>
            <p:custDataLst>
              <p:tags r:id="rId8"/>
            </p:custDataLst>
          </p:nvPr>
        </p:nvSpPr>
        <p:spPr/>
        <p:txBody>
          <a:bodyPr/>
          <a:lstStyle/>
          <a:p>
            <a:endParaRPr lang="zh-CN" altLang="en-US"/>
          </a:p>
        </p:txBody>
      </p:sp>
      <p:sp>
        <p:nvSpPr>
          <p:cNvPr id="6" name="灯片编号占位符 6"/>
          <p:cNvSpPr>
            <a:spLocks noGrp="1"/>
          </p:cNvSpPr>
          <p:nvPr userDrawn="1">
            <p:ph type="sldNum" sz="quarter" idx="12"/>
            <p:custDataLst>
              <p:tags r:id="rId9"/>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7" name="任意多边形 6"/>
          <p:cNvSpPr/>
          <p:nvPr userDrawn="1">
            <p:custDataLst>
              <p:tags r:id="rId2"/>
            </p:custDataLst>
          </p:nvPr>
        </p:nvSpPr>
        <p:spPr>
          <a:xfrm>
            <a:off x="0" y="2167890"/>
            <a:ext cx="12191365" cy="3030855"/>
          </a:xfrm>
          <a:custGeom>
            <a:avLst/>
            <a:gdLst>
              <a:gd name="connsiteX0" fmla="*/ 0 w 19207"/>
              <a:gd name="connsiteY0" fmla="*/ 4755 h 4773"/>
              <a:gd name="connsiteX1" fmla="*/ 2772 w 19207"/>
              <a:gd name="connsiteY1" fmla="*/ 4754 h 4773"/>
              <a:gd name="connsiteX2" fmla="*/ 2772 w 19207"/>
              <a:gd name="connsiteY2" fmla="*/ 3267 h 4773"/>
              <a:gd name="connsiteX3" fmla="*/ 3507 w 19207"/>
              <a:gd name="connsiteY3" fmla="*/ 2990 h 4773"/>
              <a:gd name="connsiteX4" fmla="*/ 3503 w 19207"/>
              <a:gd name="connsiteY4" fmla="*/ 4767 h 4773"/>
              <a:gd name="connsiteX5" fmla="*/ 3211 w 19207"/>
              <a:gd name="connsiteY5" fmla="*/ 4769 h 4773"/>
              <a:gd name="connsiteX6" fmla="*/ 3211 w 19207"/>
              <a:gd name="connsiteY6" fmla="*/ 1950 h 4773"/>
              <a:gd name="connsiteX7" fmla="*/ 4584 w 19207"/>
              <a:gd name="connsiteY7" fmla="*/ 2275 h 4773"/>
              <a:gd name="connsiteX8" fmla="*/ 4584 w 19207"/>
              <a:gd name="connsiteY8" fmla="*/ 4773 h 4773"/>
              <a:gd name="connsiteX9" fmla="*/ 4069 w 19207"/>
              <a:gd name="connsiteY9" fmla="*/ 4773 h 4773"/>
              <a:gd name="connsiteX10" fmla="*/ 4079 w 19207"/>
              <a:gd name="connsiteY10" fmla="*/ 0 h 4773"/>
              <a:gd name="connsiteX11" fmla="*/ 5131 w 19207"/>
              <a:gd name="connsiteY11" fmla="*/ 7 h 4773"/>
              <a:gd name="connsiteX12" fmla="*/ 5128 w 19207"/>
              <a:gd name="connsiteY12" fmla="*/ 3834 h 4773"/>
              <a:gd name="connsiteX13" fmla="*/ 4879 w 19207"/>
              <a:gd name="connsiteY13" fmla="*/ 3837 h 4773"/>
              <a:gd name="connsiteX14" fmla="*/ 4879 w 19207"/>
              <a:gd name="connsiteY14" fmla="*/ 2979 h 4773"/>
              <a:gd name="connsiteX15" fmla="*/ 6069 w 19207"/>
              <a:gd name="connsiteY15" fmla="*/ 2978 h 4773"/>
              <a:gd name="connsiteX16" fmla="*/ 6068 w 19207"/>
              <a:gd name="connsiteY16" fmla="*/ 4339 h 4773"/>
              <a:gd name="connsiteX17" fmla="*/ 6597 w 19207"/>
              <a:gd name="connsiteY17" fmla="*/ 4338 h 4773"/>
              <a:gd name="connsiteX18" fmla="*/ 6595 w 19207"/>
              <a:gd name="connsiteY18" fmla="*/ 4771 h 4773"/>
              <a:gd name="connsiteX19" fmla="*/ 19207 w 19207"/>
              <a:gd name="connsiteY19" fmla="*/ 4770 h 4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207" h="4773">
                <a:moveTo>
                  <a:pt x="0" y="4755"/>
                </a:moveTo>
                <a:lnTo>
                  <a:pt x="2772" y="4754"/>
                </a:lnTo>
                <a:lnTo>
                  <a:pt x="2772" y="3267"/>
                </a:lnTo>
                <a:lnTo>
                  <a:pt x="3507" y="2990"/>
                </a:lnTo>
                <a:lnTo>
                  <a:pt x="3503" y="4767"/>
                </a:lnTo>
                <a:lnTo>
                  <a:pt x="3211" y="4769"/>
                </a:lnTo>
                <a:lnTo>
                  <a:pt x="3211" y="1950"/>
                </a:lnTo>
                <a:lnTo>
                  <a:pt x="4584" y="2275"/>
                </a:lnTo>
                <a:lnTo>
                  <a:pt x="4584" y="4773"/>
                </a:lnTo>
                <a:lnTo>
                  <a:pt x="4069" y="4773"/>
                </a:lnTo>
                <a:lnTo>
                  <a:pt x="4079" y="0"/>
                </a:lnTo>
                <a:lnTo>
                  <a:pt x="5131" y="7"/>
                </a:lnTo>
                <a:lnTo>
                  <a:pt x="5128" y="3834"/>
                </a:lnTo>
                <a:lnTo>
                  <a:pt x="4879" y="3837"/>
                </a:lnTo>
                <a:lnTo>
                  <a:pt x="4879" y="2979"/>
                </a:lnTo>
                <a:lnTo>
                  <a:pt x="6069" y="2978"/>
                </a:lnTo>
                <a:lnTo>
                  <a:pt x="6068" y="4339"/>
                </a:lnTo>
                <a:lnTo>
                  <a:pt x="6597" y="4338"/>
                </a:lnTo>
                <a:lnTo>
                  <a:pt x="6595" y="4771"/>
                </a:lnTo>
                <a:lnTo>
                  <a:pt x="19207" y="4770"/>
                </a:lnTo>
              </a:path>
            </a:pathLst>
          </a:cu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8" name="直接连接符 7"/>
          <p:cNvCxnSpPr/>
          <p:nvPr userDrawn="1">
            <p:custDataLst>
              <p:tags r:id="rId3"/>
            </p:custDataLst>
          </p:nvPr>
        </p:nvCxnSpPr>
        <p:spPr>
          <a:xfrm>
            <a:off x="2926715" y="1604645"/>
            <a:ext cx="0" cy="563245"/>
          </a:xfrm>
          <a:prstGeom prst="line">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cxnSp>
      <p:sp>
        <p:nvSpPr>
          <p:cNvPr id="2" name="标题 1"/>
          <p:cNvSpPr>
            <a:spLocks noGrp="1"/>
          </p:cNvSpPr>
          <p:nvPr>
            <p:ph type="ctrTitle" hasCustomPrompt="1"/>
            <p:custDataLst>
              <p:tags r:id="rId4"/>
            </p:custDataLst>
          </p:nvPr>
        </p:nvSpPr>
        <p:spPr>
          <a:xfrm>
            <a:off x="4896000" y="1692000"/>
            <a:ext cx="5936400" cy="1825200"/>
          </a:xfrm>
        </p:spPr>
        <p:txBody>
          <a:bodyPr wrap="square" lIns="90000" tIns="46800" rIns="90000" bIns="46800" anchor="b">
            <a:normAutofit/>
          </a:bodyPr>
          <a:lstStyle>
            <a:lvl1pPr algn="r">
              <a:lnSpc>
                <a:spcPct val="100000"/>
              </a:lnSpc>
              <a:defRPr sz="6600"/>
            </a:lvl1pPr>
          </a:lstStyle>
          <a:p>
            <a:r>
              <a:rPr lang="zh-CN" altLang="en-US" dirty="0"/>
              <a:t>编辑母版标题</a:t>
            </a:r>
            <a:endParaRPr lang="zh-CN" altLang="en-US" dirty="0"/>
          </a:p>
        </p:txBody>
      </p:sp>
      <p:sp>
        <p:nvSpPr>
          <p:cNvPr id="3" name="副标题 2"/>
          <p:cNvSpPr>
            <a:spLocks noGrp="1"/>
          </p:cNvSpPr>
          <p:nvPr>
            <p:ph type="subTitle" idx="1" hasCustomPrompt="1"/>
            <p:custDataLst>
              <p:tags r:id="rId5"/>
            </p:custDataLst>
          </p:nvPr>
        </p:nvSpPr>
        <p:spPr>
          <a:xfrm>
            <a:off x="4896000" y="3816000"/>
            <a:ext cx="5936400" cy="720000"/>
          </a:xfrm>
        </p:spPr>
        <p:txBody>
          <a:bodyPr wrap="square" lIns="90000" tIns="46800" rIns="90000" bIns="46800">
            <a:normAutofit/>
          </a:bodyPr>
          <a:lstStyle>
            <a:lvl1pPr marL="0" indent="0" algn="r">
              <a:lnSpc>
                <a:spcPct val="100000"/>
              </a:lnSpc>
              <a:buNone/>
              <a:defRPr sz="2000" b="1"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p:txBody>
          <a:bodyPr/>
          <a:lstStyle/>
          <a:p>
            <a:endParaRPr lang="zh-CN" altLang="en-US"/>
          </a:p>
        </p:txBody>
      </p:sp>
      <p:sp>
        <p:nvSpPr>
          <p:cNvPr id="6" name="灯片编号占位符 5"/>
          <p:cNvSpPr>
            <a:spLocks noGrp="1"/>
          </p:cNvSpPr>
          <p:nvPr>
            <p:ph type="sldNum" sz="quarter" idx="12"/>
            <p:custDataLst>
              <p:tags r:id="rId8"/>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0" name="联系方式占位符 9"/>
          <p:cNvSpPr>
            <a:spLocks noGrp="1"/>
          </p:cNvSpPr>
          <p:nvPr>
            <p:ph type="body" sz="quarter" idx="16" hasCustomPrompt="1"/>
            <p:custDataLst>
              <p:tags r:id="rId9"/>
            </p:custDataLst>
          </p:nvPr>
        </p:nvSpPr>
        <p:spPr>
          <a:xfrm>
            <a:off x="8219870" y="5616000"/>
            <a:ext cx="2566800" cy="655491"/>
          </a:xfrm>
        </p:spPr>
        <p:txBody>
          <a:bodyPr wrap="square" lIns="90000" tIns="46800" rIns="90000" bIns="46800" anchor="t">
            <a:normAutofit/>
          </a:bodyPr>
          <a:lstStyle>
            <a:lvl1pPr marL="0" indent="0" algn="r">
              <a:lnSpc>
                <a:spcPct val="100000"/>
              </a:lnSpc>
              <a:buNone/>
              <a:defRPr sz="1800">
                <a:solidFill>
                  <a:schemeClr val="accent1"/>
                </a:solidFill>
                <a:latin typeface="+mn-ea"/>
                <a:ea typeface="+mn-ea"/>
              </a:defRPr>
            </a:lvl1pPr>
          </a:lstStyle>
          <a:p>
            <a:pPr lvl="0"/>
            <a:r>
              <a:rPr lang="zh-CN" altLang="en-US" dirty="0"/>
              <a:t>联系方式</a:t>
            </a:r>
            <a:endParaRPr lang="zh-CN" altLang="en-US" dirty="0"/>
          </a:p>
        </p:txBody>
      </p:sp>
      <p:sp>
        <p:nvSpPr>
          <p:cNvPr id="24" name="署名占位符 10"/>
          <p:cNvSpPr>
            <a:spLocks noGrp="1"/>
          </p:cNvSpPr>
          <p:nvPr>
            <p:ph type="body" sz="quarter" idx="17" hasCustomPrompt="1"/>
            <p:custDataLst>
              <p:tags r:id="rId10"/>
            </p:custDataLst>
          </p:nvPr>
        </p:nvSpPr>
        <p:spPr>
          <a:xfrm>
            <a:off x="5793470" y="5616000"/>
            <a:ext cx="2163600" cy="655491"/>
          </a:xfrm>
        </p:spPr>
        <p:txBody>
          <a:bodyPr wrap="square" lIns="90000" tIns="46800" rIns="90000" bIns="46800" anchor="t">
            <a:normAutofit/>
          </a:bodyPr>
          <a:lstStyle>
            <a:lvl1pPr marL="0" indent="0" algn="l">
              <a:lnSpc>
                <a:spcPct val="100000"/>
              </a:lnSpc>
              <a:buNone/>
              <a:defRPr sz="1800">
                <a:solidFill>
                  <a:schemeClr val="accent1"/>
                </a:solidFill>
                <a:latin typeface="+mn-ea"/>
                <a:ea typeface="+mn-ea"/>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5" Type="http://schemas.openxmlformats.org/officeDocument/2006/relationships/theme" Target="../theme/theme2.xml"/><Relationship Id="rId24" Type="http://schemas.openxmlformats.org/officeDocument/2006/relationships/tags" Target="../tags/tag186.xml"/><Relationship Id="rId23" Type="http://schemas.openxmlformats.org/officeDocument/2006/relationships/tags" Target="../tags/tag185.xml"/><Relationship Id="rId22" Type="http://schemas.openxmlformats.org/officeDocument/2006/relationships/tags" Target="../tags/tag184.xml"/><Relationship Id="rId21" Type="http://schemas.openxmlformats.org/officeDocument/2006/relationships/tags" Target="../tags/tag183.xml"/><Relationship Id="rId20" Type="http://schemas.openxmlformats.org/officeDocument/2006/relationships/tags" Target="../tags/tag182.xml"/><Relationship Id="rId2" Type="http://schemas.openxmlformats.org/officeDocument/2006/relationships/slideLayout" Target="../slideLayouts/slideLayout13.xml"/><Relationship Id="rId19" Type="http://schemas.openxmlformats.org/officeDocument/2006/relationships/tags" Target="../tags/tag181.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8.xml"/><Relationship Id="rId8" Type="http://schemas.openxmlformats.org/officeDocument/2006/relationships/slideLayout" Target="../slideLayouts/slideLayout37.xml"/><Relationship Id="rId7" Type="http://schemas.openxmlformats.org/officeDocument/2006/relationships/slideLayout" Target="../slideLayouts/slideLayout36.xml"/><Relationship Id="rId6" Type="http://schemas.openxmlformats.org/officeDocument/2006/relationships/slideLayout" Target="../slideLayouts/slideLayout35.xml"/><Relationship Id="rId5" Type="http://schemas.openxmlformats.org/officeDocument/2006/relationships/slideLayout" Target="../slideLayouts/slideLayout34.xml"/><Relationship Id="rId4" Type="http://schemas.openxmlformats.org/officeDocument/2006/relationships/slideLayout" Target="../slideLayouts/slideLayout33.xml"/><Relationship Id="rId3" Type="http://schemas.openxmlformats.org/officeDocument/2006/relationships/slideLayout" Target="../slideLayouts/slideLayout32.xml"/><Relationship Id="rId2" Type="http://schemas.openxmlformats.org/officeDocument/2006/relationships/slideLayout" Target="../slideLayouts/slideLayout31.xml"/><Relationship Id="rId19" Type="http://schemas.openxmlformats.org/officeDocument/2006/relationships/theme" Target="../theme/theme3.xml"/><Relationship Id="rId18" Type="http://schemas.openxmlformats.org/officeDocument/2006/relationships/tags" Target="../tags/tag260.xml"/><Relationship Id="rId17" Type="http://schemas.openxmlformats.org/officeDocument/2006/relationships/tags" Target="../tags/tag259.xml"/><Relationship Id="rId16" Type="http://schemas.openxmlformats.org/officeDocument/2006/relationships/tags" Target="../tags/tag258.xml"/><Relationship Id="rId15" Type="http://schemas.openxmlformats.org/officeDocument/2006/relationships/tags" Target="../tags/tag257.xml"/><Relationship Id="rId14" Type="http://schemas.openxmlformats.org/officeDocument/2006/relationships/tags" Target="../tags/tag256.xml"/><Relationship Id="rId13" Type="http://schemas.openxmlformats.org/officeDocument/2006/relationships/tags" Target="../tags/tag255.xml"/><Relationship Id="rId12" Type="http://schemas.openxmlformats.org/officeDocument/2006/relationships/tags" Target="../tags/tag254.xml"/><Relationship Id="rId11" Type="http://schemas.openxmlformats.org/officeDocument/2006/relationships/slideLayout" Target="../slideLayouts/slideLayout40.xml"/><Relationship Id="rId10" Type="http://schemas.openxmlformats.org/officeDocument/2006/relationships/slideLayout" Target="../slideLayouts/slideLayout39.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90000" tIns="46800" rIns="90000" bIns="468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0000" tIns="46800" rIns="90000" bIns="4680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0000" tIns="46800" rIns="90000" bIns="4680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0000" tIns="46800" rIns="90000" bIns="4680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任意多边形 5"/>
          <p:cNvSpPr>
            <a:spLocks noChangeAspect="1"/>
          </p:cNvSpPr>
          <p:nvPr userDrawn="1">
            <p:custDataLst>
              <p:tags r:id="rId12"/>
            </p:custDataLst>
          </p:nvPr>
        </p:nvSpPr>
        <p:spPr>
          <a:xfrm flipH="1">
            <a:off x="695960" y="185497"/>
            <a:ext cx="11491926" cy="1032510"/>
          </a:xfrm>
          <a:custGeom>
            <a:avLst/>
            <a:gdLst>
              <a:gd name="connsiteX0" fmla="*/ 0 w 17629"/>
              <a:gd name="connsiteY0" fmla="*/ 1621 h 1626"/>
              <a:gd name="connsiteX1" fmla="*/ 1899 w 17629"/>
              <a:gd name="connsiteY1" fmla="*/ 1621 h 1626"/>
              <a:gd name="connsiteX2" fmla="*/ 1899 w 17629"/>
              <a:gd name="connsiteY2" fmla="*/ 1378 h 1626"/>
              <a:gd name="connsiteX3" fmla="*/ 2246 w 17629"/>
              <a:gd name="connsiteY3" fmla="*/ 1378 h 1626"/>
              <a:gd name="connsiteX4" fmla="*/ 2244 w 17629"/>
              <a:gd name="connsiteY4" fmla="*/ 982 h 1626"/>
              <a:gd name="connsiteX5" fmla="*/ 2765 w 17629"/>
              <a:gd name="connsiteY5" fmla="*/ 975 h 1626"/>
              <a:gd name="connsiteX6" fmla="*/ 2765 w 17629"/>
              <a:gd name="connsiteY6" fmla="*/ 1290 h 1626"/>
              <a:gd name="connsiteX7" fmla="*/ 2617 w 17629"/>
              <a:gd name="connsiteY7" fmla="*/ 1291 h 1626"/>
              <a:gd name="connsiteX8" fmla="*/ 2617 w 17629"/>
              <a:gd name="connsiteY8" fmla="*/ 133 h 1626"/>
              <a:gd name="connsiteX9" fmla="*/ 3295 w 17629"/>
              <a:gd name="connsiteY9" fmla="*/ 0 h 1626"/>
              <a:gd name="connsiteX10" fmla="*/ 3294 w 17629"/>
              <a:gd name="connsiteY10" fmla="*/ 1533 h 1626"/>
              <a:gd name="connsiteX11" fmla="*/ 3015 w 17629"/>
              <a:gd name="connsiteY11" fmla="*/ 1535 h 1626"/>
              <a:gd name="connsiteX12" fmla="*/ 3015 w 17629"/>
              <a:gd name="connsiteY12" fmla="*/ 755 h 1626"/>
              <a:gd name="connsiteX13" fmla="*/ 3603 w 17629"/>
              <a:gd name="connsiteY13" fmla="*/ 637 h 1626"/>
              <a:gd name="connsiteX14" fmla="*/ 3602 w 17629"/>
              <a:gd name="connsiteY14" fmla="*/ 1177 h 1626"/>
              <a:gd name="connsiteX15" fmla="*/ 4024 w 17629"/>
              <a:gd name="connsiteY15" fmla="*/ 1176 h 1626"/>
              <a:gd name="connsiteX16" fmla="*/ 4024 w 17629"/>
              <a:gd name="connsiteY16" fmla="*/ 1626 h 1626"/>
              <a:gd name="connsiteX17" fmla="*/ 17629 w 17629"/>
              <a:gd name="connsiteY17" fmla="*/ 1621 h 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629" h="1626">
                <a:moveTo>
                  <a:pt x="0" y="1621"/>
                </a:moveTo>
                <a:lnTo>
                  <a:pt x="1899" y="1621"/>
                </a:lnTo>
                <a:lnTo>
                  <a:pt x="1899" y="1378"/>
                </a:lnTo>
                <a:lnTo>
                  <a:pt x="2246" y="1378"/>
                </a:lnTo>
                <a:lnTo>
                  <a:pt x="2244" y="982"/>
                </a:lnTo>
                <a:cubicBezTo>
                  <a:pt x="2417" y="980"/>
                  <a:pt x="2593" y="975"/>
                  <a:pt x="2765" y="975"/>
                </a:cubicBezTo>
                <a:lnTo>
                  <a:pt x="2765" y="1290"/>
                </a:lnTo>
                <a:lnTo>
                  <a:pt x="2617" y="1291"/>
                </a:lnTo>
                <a:lnTo>
                  <a:pt x="2617" y="133"/>
                </a:lnTo>
                <a:lnTo>
                  <a:pt x="3295" y="0"/>
                </a:lnTo>
                <a:cubicBezTo>
                  <a:pt x="3296" y="468"/>
                  <a:pt x="3298" y="1057"/>
                  <a:pt x="3294" y="1533"/>
                </a:cubicBezTo>
                <a:lnTo>
                  <a:pt x="3015" y="1535"/>
                </a:lnTo>
                <a:lnTo>
                  <a:pt x="3015" y="755"/>
                </a:lnTo>
                <a:lnTo>
                  <a:pt x="3603" y="637"/>
                </a:lnTo>
                <a:lnTo>
                  <a:pt x="3602" y="1177"/>
                </a:lnTo>
                <a:lnTo>
                  <a:pt x="4024" y="1176"/>
                </a:lnTo>
                <a:lnTo>
                  <a:pt x="4024" y="1626"/>
                </a:lnTo>
                <a:lnTo>
                  <a:pt x="17629" y="1621"/>
                </a:lnTo>
              </a:path>
            </a:pathLst>
          </a:custGeom>
          <a:noFill/>
          <a:ln w="19050">
            <a:solidFill>
              <a:schemeClr val="accent1">
                <a:alpha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占位符 1"/>
          <p:cNvSpPr>
            <a:spLocks noGrp="1"/>
          </p:cNvSpPr>
          <p:nvPr>
            <p:ph type="title"/>
            <p:custDataLst>
              <p:tags r:id="rId13"/>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5"/>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9" name="KSO_TEMPLATE" hidden="1"/>
          <p:cNvSpPr/>
          <p:nvPr userDrawn="1">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xStyles>
    <p:titleStyle>
      <a:lvl1pPr algn="l" defTabSz="914400" rtl="0" eaLnBrk="1" latinLnBrk="0" hangingPunct="1">
        <a:lnSpc>
          <a:spcPct val="100000"/>
        </a:lnSpc>
        <a:spcBef>
          <a:spcPct val="0"/>
        </a:spcBef>
        <a:buNone/>
        <a:defRPr sz="3200" b="1" kern="120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accent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accent1"/>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accent1"/>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accent1"/>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30.xml"/><Relationship Id="rId4" Type="http://schemas.openxmlformats.org/officeDocument/2006/relationships/tags" Target="../tags/tag264.xml"/><Relationship Id="rId3" Type="http://schemas.openxmlformats.org/officeDocument/2006/relationships/tags" Target="../tags/tag263.xml"/><Relationship Id="rId2" Type="http://schemas.openxmlformats.org/officeDocument/2006/relationships/tags" Target="../tags/tag262.xml"/><Relationship Id="rId1" Type="http://schemas.openxmlformats.org/officeDocument/2006/relationships/tags" Target="../tags/tag261.xml"/></Relationships>
</file>

<file path=ppt/slides/_rels/slide2.xml.rels><?xml version="1.0" encoding="UTF-8" standalone="yes"?>
<Relationships xmlns="http://schemas.openxmlformats.org/package/2006/relationships"><Relationship Id="rId9" Type="http://schemas.openxmlformats.org/officeDocument/2006/relationships/tags" Target="../tags/tag273.xml"/><Relationship Id="rId8" Type="http://schemas.openxmlformats.org/officeDocument/2006/relationships/tags" Target="../tags/tag272.xml"/><Relationship Id="rId7" Type="http://schemas.openxmlformats.org/officeDocument/2006/relationships/tags" Target="../tags/tag271.xml"/><Relationship Id="rId6" Type="http://schemas.openxmlformats.org/officeDocument/2006/relationships/tags" Target="../tags/tag270.xml"/><Relationship Id="rId5" Type="http://schemas.openxmlformats.org/officeDocument/2006/relationships/tags" Target="../tags/tag269.xml"/><Relationship Id="rId4" Type="http://schemas.openxmlformats.org/officeDocument/2006/relationships/tags" Target="../tags/tag268.xml"/><Relationship Id="rId3" Type="http://schemas.openxmlformats.org/officeDocument/2006/relationships/tags" Target="../tags/tag267.xml"/><Relationship Id="rId2" Type="http://schemas.openxmlformats.org/officeDocument/2006/relationships/tags" Target="../tags/tag266.xml"/><Relationship Id="rId12" Type="http://schemas.openxmlformats.org/officeDocument/2006/relationships/slideLayout" Target="../slideLayouts/slideLayout32.xml"/><Relationship Id="rId11" Type="http://schemas.openxmlformats.org/officeDocument/2006/relationships/tags" Target="../tags/tag275.xml"/><Relationship Id="rId10" Type="http://schemas.openxmlformats.org/officeDocument/2006/relationships/tags" Target="../tags/tag274.xml"/><Relationship Id="rId1" Type="http://schemas.openxmlformats.org/officeDocument/2006/relationships/tags" Target="../tags/tag265.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3.xml"/><Relationship Id="rId3" Type="http://schemas.openxmlformats.org/officeDocument/2006/relationships/tags" Target="../tags/tag278.xml"/><Relationship Id="rId2" Type="http://schemas.openxmlformats.org/officeDocument/2006/relationships/tags" Target="../tags/tag277.xml"/><Relationship Id="rId1" Type="http://schemas.openxmlformats.org/officeDocument/2006/relationships/tags" Target="../tags/tag276.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280.xml"/><Relationship Id="rId1" Type="http://schemas.openxmlformats.org/officeDocument/2006/relationships/tags" Target="../tags/tag279.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33.xml"/><Relationship Id="rId6" Type="http://schemas.openxmlformats.org/officeDocument/2006/relationships/tags" Target="../tags/tag282.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tags" Target="../tags/tag281.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31.xml"/><Relationship Id="rId4" Type="http://schemas.openxmlformats.org/officeDocument/2006/relationships/tags" Target="../tags/tag285.xml"/><Relationship Id="rId3" Type="http://schemas.openxmlformats.org/officeDocument/2006/relationships/tags" Target="../tags/tag284.xml"/><Relationship Id="rId2" Type="http://schemas.openxmlformats.org/officeDocument/2006/relationships/tags" Target="../tags/tag283.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88.xml"/><Relationship Id="rId3" Type="http://schemas.openxmlformats.org/officeDocument/2006/relationships/image" Target="../media/image8.png"/><Relationship Id="rId2" Type="http://schemas.openxmlformats.org/officeDocument/2006/relationships/tags" Target="../tags/tag287.xml"/><Relationship Id="rId1" Type="http://schemas.openxmlformats.org/officeDocument/2006/relationships/tags" Target="../tags/tag286.xml"/></Relationships>
</file>

<file path=ppt/slides/_rels/slide8.xml.rels><?xml version="1.0" encoding="UTF-8" standalone="yes"?>
<Relationships xmlns="http://schemas.openxmlformats.org/package/2006/relationships"><Relationship Id="rId9" Type="http://schemas.openxmlformats.org/officeDocument/2006/relationships/tags" Target="../tags/tag291.xml"/><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tags" Target="../tags/tag290.xml"/><Relationship Id="rId10" Type="http://schemas.openxmlformats.org/officeDocument/2006/relationships/slideLayout" Target="../slideLayouts/slideLayout31.xml"/><Relationship Id="rId1" Type="http://schemas.openxmlformats.org/officeDocument/2006/relationships/tags" Target="../tags/tag289.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34.xml"/><Relationship Id="rId6" Type="http://schemas.openxmlformats.org/officeDocument/2006/relationships/tags" Target="../tags/tag295.xml"/><Relationship Id="rId5" Type="http://schemas.openxmlformats.org/officeDocument/2006/relationships/image" Target="../media/image16.GIF"/><Relationship Id="rId4" Type="http://schemas.openxmlformats.org/officeDocument/2006/relationships/image" Target="../media/image15.GIF"/><Relationship Id="rId3" Type="http://schemas.openxmlformats.org/officeDocument/2006/relationships/tags" Target="../tags/tag294.xml"/><Relationship Id="rId2" Type="http://schemas.openxmlformats.org/officeDocument/2006/relationships/tags" Target="../tags/tag293.xml"/><Relationship Id="rId1" Type="http://schemas.openxmlformats.org/officeDocument/2006/relationships/tags" Target="../tags/tag292.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35.xml"/><Relationship Id="rId6" Type="http://schemas.openxmlformats.org/officeDocument/2006/relationships/tags" Target="../tags/tag299.xml"/><Relationship Id="rId5" Type="http://schemas.openxmlformats.org/officeDocument/2006/relationships/image" Target="../media/image17.png"/><Relationship Id="rId4" Type="http://schemas.openxmlformats.org/officeDocument/2006/relationships/image" Target="../media/image10.png"/><Relationship Id="rId3" Type="http://schemas.openxmlformats.org/officeDocument/2006/relationships/tags" Target="../tags/tag298.xml"/><Relationship Id="rId2" Type="http://schemas.openxmlformats.org/officeDocument/2006/relationships/tags" Target="../tags/tag297.xml"/><Relationship Id="rId1" Type="http://schemas.openxmlformats.org/officeDocument/2006/relationships/tags" Target="../tags/tag296.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35.xml"/><Relationship Id="rId6" Type="http://schemas.openxmlformats.org/officeDocument/2006/relationships/tags" Target="../tags/tag303.xml"/><Relationship Id="rId5" Type="http://schemas.openxmlformats.org/officeDocument/2006/relationships/image" Target="../media/image18.GIF"/><Relationship Id="rId4" Type="http://schemas.openxmlformats.org/officeDocument/2006/relationships/tags" Target="../tags/tag302.xml"/><Relationship Id="rId3" Type="http://schemas.openxmlformats.org/officeDocument/2006/relationships/tags" Target="../tags/tag301.xml"/><Relationship Id="rId2" Type="http://schemas.openxmlformats.org/officeDocument/2006/relationships/tags" Target="../tags/tag300.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7.xml"/><Relationship Id="rId5" Type="http://schemas.openxmlformats.org/officeDocument/2006/relationships/tags" Target="../tags/tag307.xml"/><Relationship Id="rId4" Type="http://schemas.openxmlformats.org/officeDocument/2006/relationships/image" Target="../media/image19.jpeg"/><Relationship Id="rId3" Type="http://schemas.openxmlformats.org/officeDocument/2006/relationships/tags" Target="../tags/tag306.xml"/><Relationship Id="rId2" Type="http://schemas.openxmlformats.org/officeDocument/2006/relationships/tags" Target="../tags/tag305.xml"/><Relationship Id="rId1" Type="http://schemas.openxmlformats.org/officeDocument/2006/relationships/tags" Target="../tags/tag304.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40.xml"/><Relationship Id="rId5" Type="http://schemas.openxmlformats.org/officeDocument/2006/relationships/tags" Target="../tags/tag311.xml"/><Relationship Id="rId4" Type="http://schemas.openxmlformats.org/officeDocument/2006/relationships/image" Target="../media/image20.jpeg"/><Relationship Id="rId3" Type="http://schemas.openxmlformats.org/officeDocument/2006/relationships/tags" Target="../tags/tag310.xml"/><Relationship Id="rId2" Type="http://schemas.openxmlformats.org/officeDocument/2006/relationships/tags" Target="../tags/tag309.xml"/><Relationship Id="rId1" Type="http://schemas.openxmlformats.org/officeDocument/2006/relationships/tags" Target="../tags/tag30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标题"/>
          <p:cNvSpPr>
            <a:spLocks noGrp="1"/>
          </p:cNvSpPr>
          <p:nvPr>
            <p:ph type="ctrTitle"/>
            <p:custDataLst>
              <p:tags r:id="rId1"/>
            </p:custDataLst>
          </p:nvPr>
        </p:nvSpPr>
        <p:spPr>
          <a:xfrm>
            <a:off x="4896000" y="1476155"/>
            <a:ext cx="5936400" cy="2055445"/>
          </a:xfrm>
        </p:spPr>
        <p:txBody>
          <a:bodyPr>
            <a:normAutofit/>
          </a:bodyPr>
          <a:lstStyle/>
          <a:p>
            <a:r>
              <a:rPr lang="zh-CN" altLang="en-US" sz="4800"/>
              <a:t>车联网编队控制仿真</a:t>
            </a:r>
            <a:endParaRPr lang="zh-CN" altLang="en-US" sz="4800"/>
          </a:p>
        </p:txBody>
      </p:sp>
      <p:sp>
        <p:nvSpPr>
          <p:cNvPr id="9" name="联系方式"/>
          <p:cNvSpPr>
            <a:spLocks noGrp="1"/>
          </p:cNvSpPr>
          <p:nvPr>
            <p:ph type="body" sz="quarter" idx="16"/>
            <p:custDataLst>
              <p:tags r:id="rId2"/>
            </p:custDataLst>
          </p:nvPr>
        </p:nvSpPr>
        <p:spPr>
          <a:xfrm>
            <a:off x="8209504" y="5504400"/>
            <a:ext cx="2566800" cy="739382"/>
          </a:xfrm>
        </p:spPr>
        <p:txBody>
          <a:bodyPr/>
          <a:lstStyle/>
          <a:p>
            <a:r>
              <a:rPr lang="zh-CN" altLang="en-US" b="1">
                <a:solidFill>
                  <a:schemeClr val="tx1"/>
                </a:solidFill>
              </a:rPr>
              <a:t>班级：计算机类</a:t>
            </a:r>
            <a:r>
              <a:rPr lang="en-US" altLang="zh-CN" b="1">
                <a:solidFill>
                  <a:schemeClr val="tx1"/>
                </a:solidFill>
              </a:rPr>
              <a:t>14</a:t>
            </a:r>
            <a:r>
              <a:rPr lang="zh-CN" altLang="en-US" b="1">
                <a:solidFill>
                  <a:schemeClr val="tx1"/>
                </a:solidFill>
              </a:rPr>
              <a:t>班</a:t>
            </a:r>
            <a:endParaRPr lang="zh-CN" altLang="en-US" b="1">
              <a:solidFill>
                <a:schemeClr val="tx1"/>
              </a:solidFill>
            </a:endParaRPr>
          </a:p>
        </p:txBody>
      </p:sp>
      <p:sp>
        <p:nvSpPr>
          <p:cNvPr id="10" name="署名"/>
          <p:cNvSpPr>
            <a:spLocks noGrp="1"/>
          </p:cNvSpPr>
          <p:nvPr>
            <p:ph type="body" sz="quarter" idx="17"/>
            <p:custDataLst>
              <p:tags r:id="rId3"/>
            </p:custDataLst>
          </p:nvPr>
        </p:nvSpPr>
        <p:spPr>
          <a:prstGeom prst="rect">
            <a:avLst/>
          </a:prstGeom>
        </p:spPr>
        <p:txBody>
          <a:bodyPr/>
          <a:p>
            <a:r>
              <a:rPr altLang="en-US" b="1">
                <a:solidFill>
                  <a:schemeClr val="tx1"/>
                </a:solidFill>
              </a:rPr>
              <a:t>汇报人：</a:t>
            </a:r>
            <a:r>
              <a:rPr lang="zh-CN" altLang="en-US" b="1">
                <a:solidFill>
                  <a:schemeClr val="tx1"/>
                </a:solidFill>
                <a:sym typeface="+mn-ea"/>
              </a:rPr>
              <a:t>陈俊铭</a:t>
            </a:r>
            <a:endParaRPr lang="zh-CN" altLang="en-US" b="1">
              <a:solidFill>
                <a:schemeClr val="tx1"/>
              </a:solidFill>
              <a:sym typeface="+mn-ea"/>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3" name="标题"/>
          <p:cNvSpPr>
            <a:spLocks noGrp="1"/>
          </p:cNvSpPr>
          <p:nvPr>
            <p:ph type="title"/>
            <p:custDataLst>
              <p:tags r:id="rId1"/>
            </p:custDataLst>
          </p:nvPr>
        </p:nvSpPr>
        <p:spPr>
          <a:xfrm>
            <a:off x="550800" y="511200"/>
            <a:ext cx="2174400" cy="1404000"/>
          </a:xfrm>
        </p:spPr>
        <p:txBody>
          <a:bodyPr/>
          <a:lstStyle/>
          <a:p>
            <a:pPr marL="0" indent="0" algn="r">
              <a:lnSpc>
                <a:spcPct val="100000"/>
              </a:lnSpc>
              <a:spcBef>
                <a:spcPts val="0"/>
              </a:spcBef>
              <a:spcAft>
                <a:spcPts val="0"/>
              </a:spcAft>
              <a:buSzPct val="100000"/>
            </a:pPr>
            <a:r>
              <a:rPr lang="zh-CN" altLang="en-US" sz="5400"/>
              <a:t>目录</a:t>
            </a:r>
            <a:endParaRPr lang="zh-CN" altLang="en-US" sz="5400"/>
          </a:p>
        </p:txBody>
      </p:sp>
      <p:sp>
        <p:nvSpPr>
          <p:cNvPr id="34" name="序号"/>
          <p:cNvSpPr txBox="1"/>
          <p:nvPr>
            <p:custDataLst>
              <p:tags r:id="rId2"/>
            </p:custDataLst>
          </p:nvPr>
        </p:nvSpPr>
        <p:spPr>
          <a:xfrm>
            <a:off x="756000" y="2268000"/>
            <a:ext cx="1382400" cy="828000"/>
          </a:xfrm>
          <a:prstGeom prst="rect">
            <a:avLst/>
          </a:prstGeom>
          <a:noFill/>
        </p:spPr>
        <p:txBody>
          <a:bodyPr wrap="none" lIns="90000" tIns="46800" rIns="90000" bIns="46800" rtlCol="0" anchor="b" anchorCtr="0">
            <a:noAutofit/>
          </a:bodyPr>
          <a:lstStyle/>
          <a:p>
            <a:pPr algn="r">
              <a:lnSpc>
                <a:spcPct val="100000"/>
              </a:lnSpc>
            </a:pPr>
            <a:r>
              <a:rPr lang="en-US" sz="4400" b="1" dirty="0">
                <a:solidFill>
                  <a:schemeClr val="accent1">
                    <a:lumMod val="60000"/>
                    <a:lumOff val="40000"/>
                    <a:alpha val="80000"/>
                  </a:schemeClr>
                </a:solidFill>
                <a:latin typeface="+mn-ea"/>
              </a:rPr>
              <a:t>01</a:t>
            </a:r>
            <a:endParaRPr lang="en-US" sz="4400" b="1" dirty="0">
              <a:solidFill>
                <a:schemeClr val="accent1">
                  <a:lumMod val="60000"/>
                  <a:lumOff val="40000"/>
                  <a:alpha val="80000"/>
                </a:schemeClr>
              </a:solidFill>
              <a:latin typeface="+mn-ea"/>
            </a:endParaRPr>
          </a:p>
        </p:txBody>
      </p:sp>
      <p:sp>
        <p:nvSpPr>
          <p:cNvPr id="35" name="项标题"/>
          <p:cNvSpPr txBox="1"/>
          <p:nvPr>
            <p:custDataLst>
              <p:tags r:id="rId3"/>
            </p:custDataLst>
          </p:nvPr>
        </p:nvSpPr>
        <p:spPr>
          <a:xfrm>
            <a:off x="2192020" y="2290445"/>
            <a:ext cx="4629785" cy="784860"/>
          </a:xfrm>
          <a:prstGeom prst="rect">
            <a:avLst/>
          </a:prstGeom>
          <a:noFill/>
        </p:spPr>
        <p:txBody>
          <a:bodyPr wrap="square" lIns="90000" tIns="46800" rIns="90000" bIns="46800" rtlCol="0" anchor="ctr">
            <a:noAutofit/>
          </a:bodyPr>
          <a:lstStyle/>
          <a:p>
            <a:pPr>
              <a:lnSpc>
                <a:spcPct val="100000"/>
              </a:lnSpc>
            </a:pPr>
            <a:r>
              <a:rPr lang="zh-CN" altLang="en-US" sz="2800" b="1" spc="300" dirty="0">
                <a:solidFill>
                  <a:schemeClr val="tx1">
                    <a:lumMod val="85000"/>
                    <a:lumOff val="15000"/>
                  </a:schemeClr>
                </a:solidFill>
                <a:latin typeface="+mn-ea"/>
              </a:rPr>
              <a:t>论文背景介绍及</a:t>
            </a:r>
            <a:r>
              <a:rPr lang="zh-CN" altLang="en-US" sz="2800" b="1" spc="300" dirty="0">
                <a:solidFill>
                  <a:schemeClr val="tx1">
                    <a:lumMod val="85000"/>
                    <a:lumOff val="15000"/>
                  </a:schemeClr>
                </a:solidFill>
                <a:latin typeface="+mn-ea"/>
              </a:rPr>
              <a:t>研究问题</a:t>
            </a:r>
            <a:endParaRPr lang="zh-CN" altLang="en-US" sz="2800" b="1" spc="300" dirty="0">
              <a:solidFill>
                <a:schemeClr val="tx1">
                  <a:lumMod val="85000"/>
                  <a:lumOff val="15000"/>
                </a:schemeClr>
              </a:solidFill>
              <a:latin typeface="+mn-ea"/>
            </a:endParaRPr>
          </a:p>
        </p:txBody>
      </p:sp>
      <p:sp>
        <p:nvSpPr>
          <p:cNvPr id="36" name="序号"/>
          <p:cNvSpPr txBox="1"/>
          <p:nvPr>
            <p:custDataLst>
              <p:tags r:id="rId4"/>
            </p:custDataLst>
          </p:nvPr>
        </p:nvSpPr>
        <p:spPr>
          <a:xfrm>
            <a:off x="756000" y="3236587"/>
            <a:ext cx="1382400" cy="828000"/>
          </a:xfrm>
          <a:prstGeom prst="rect">
            <a:avLst/>
          </a:prstGeom>
          <a:noFill/>
        </p:spPr>
        <p:txBody>
          <a:bodyPr wrap="none" lIns="90000" tIns="46800" rIns="90000" bIns="46800" rtlCol="0" anchor="b" anchorCtr="0">
            <a:noAutofit/>
          </a:bodyPr>
          <a:lstStyle/>
          <a:p>
            <a:pPr algn="r">
              <a:lnSpc>
                <a:spcPct val="100000"/>
              </a:lnSpc>
            </a:pPr>
            <a:r>
              <a:rPr lang="en-US" sz="4400" b="1" dirty="0">
                <a:solidFill>
                  <a:schemeClr val="accent1">
                    <a:lumMod val="60000"/>
                    <a:lumOff val="40000"/>
                    <a:alpha val="80000"/>
                  </a:schemeClr>
                </a:solidFill>
                <a:latin typeface="+mn-ea"/>
              </a:rPr>
              <a:t>02</a:t>
            </a:r>
            <a:endParaRPr lang="en-US" sz="4400" b="1" dirty="0">
              <a:solidFill>
                <a:schemeClr val="accent1">
                  <a:lumMod val="60000"/>
                  <a:lumOff val="40000"/>
                  <a:alpha val="80000"/>
                </a:schemeClr>
              </a:solidFill>
              <a:latin typeface="+mn-ea"/>
            </a:endParaRPr>
          </a:p>
        </p:txBody>
      </p:sp>
      <p:sp>
        <p:nvSpPr>
          <p:cNvPr id="37" name="项标题"/>
          <p:cNvSpPr txBox="1"/>
          <p:nvPr>
            <p:custDataLst>
              <p:tags r:id="rId5"/>
            </p:custDataLst>
          </p:nvPr>
        </p:nvSpPr>
        <p:spPr>
          <a:xfrm>
            <a:off x="2192655" y="3259455"/>
            <a:ext cx="6848475" cy="784860"/>
          </a:xfrm>
          <a:prstGeom prst="rect">
            <a:avLst/>
          </a:prstGeom>
          <a:noFill/>
        </p:spPr>
        <p:txBody>
          <a:bodyPr wrap="square" lIns="90000" tIns="46800" rIns="90000" bIns="46800" rtlCol="0" anchor="ctr">
            <a:noAutofit/>
          </a:bodyPr>
          <a:lstStyle/>
          <a:p>
            <a:pPr>
              <a:lnSpc>
                <a:spcPct val="100000"/>
              </a:lnSpc>
            </a:pPr>
            <a:r>
              <a:rPr lang="zh-CN" altLang="en-US" sz="2800" b="1" spc="300" dirty="0">
                <a:solidFill>
                  <a:schemeClr val="tx1">
                    <a:lumMod val="85000"/>
                    <a:lumOff val="15000"/>
                  </a:schemeClr>
                </a:solidFill>
                <a:latin typeface="+mn-ea"/>
              </a:rPr>
              <a:t>解释</a:t>
            </a:r>
            <a:r>
              <a:rPr lang="zh-CN" altLang="en-US" sz="2800" b="1" spc="300" dirty="0">
                <a:solidFill>
                  <a:schemeClr val="tx1">
                    <a:lumMod val="85000"/>
                    <a:lumOff val="15000"/>
                  </a:schemeClr>
                </a:solidFill>
                <a:latin typeface="+mn-ea"/>
              </a:rPr>
              <a:t>复现方法</a:t>
            </a:r>
            <a:r>
              <a:rPr lang="en-US" altLang="zh-CN" sz="2800" b="1" spc="300" dirty="0">
                <a:solidFill>
                  <a:schemeClr val="tx1">
                    <a:lumMod val="85000"/>
                    <a:lumOff val="15000"/>
                  </a:schemeClr>
                </a:solidFill>
                <a:latin typeface="+mn-ea"/>
              </a:rPr>
              <a:t> —— </a:t>
            </a:r>
            <a:r>
              <a:rPr lang="zh-CN" altLang="en-US" sz="2800" b="1" spc="300" dirty="0">
                <a:solidFill>
                  <a:schemeClr val="tx1">
                    <a:lumMod val="85000"/>
                    <a:lumOff val="15000"/>
                  </a:schemeClr>
                </a:solidFill>
                <a:latin typeface="+mn-ea"/>
              </a:rPr>
              <a:t>怎么让车</a:t>
            </a:r>
            <a:r>
              <a:rPr lang="en-US" altLang="zh-CN" sz="2800" b="1" spc="300" dirty="0">
                <a:solidFill>
                  <a:schemeClr val="tx1">
                    <a:lumMod val="85000"/>
                    <a:lumOff val="15000"/>
                  </a:schemeClr>
                </a:solidFill>
                <a:latin typeface="+mn-ea"/>
              </a:rPr>
              <a:t>“</a:t>
            </a:r>
            <a:r>
              <a:rPr lang="zh-CN" altLang="en-US" sz="2800" b="1" spc="300" dirty="0">
                <a:solidFill>
                  <a:schemeClr val="tx1">
                    <a:lumMod val="85000"/>
                    <a:lumOff val="15000"/>
                  </a:schemeClr>
                </a:solidFill>
                <a:latin typeface="+mn-ea"/>
              </a:rPr>
              <a:t>听话</a:t>
            </a:r>
            <a:r>
              <a:rPr lang="en-US" altLang="zh-CN" sz="2800" b="1" spc="300" dirty="0">
                <a:solidFill>
                  <a:schemeClr val="tx1">
                    <a:lumMod val="85000"/>
                    <a:lumOff val="15000"/>
                  </a:schemeClr>
                </a:solidFill>
                <a:latin typeface="+mn-ea"/>
              </a:rPr>
              <a:t>”</a:t>
            </a:r>
            <a:endParaRPr lang="en-US" altLang="zh-CN" sz="2800" b="1" spc="300" dirty="0">
              <a:solidFill>
                <a:schemeClr val="tx1">
                  <a:lumMod val="85000"/>
                  <a:lumOff val="15000"/>
                </a:schemeClr>
              </a:solidFill>
              <a:latin typeface="+mn-ea"/>
            </a:endParaRPr>
          </a:p>
        </p:txBody>
      </p:sp>
      <p:sp>
        <p:nvSpPr>
          <p:cNvPr id="38" name="序号"/>
          <p:cNvSpPr txBox="1"/>
          <p:nvPr>
            <p:custDataLst>
              <p:tags r:id="rId6"/>
            </p:custDataLst>
          </p:nvPr>
        </p:nvSpPr>
        <p:spPr>
          <a:xfrm>
            <a:off x="756000" y="4205174"/>
            <a:ext cx="1382400" cy="828000"/>
          </a:xfrm>
          <a:prstGeom prst="rect">
            <a:avLst/>
          </a:prstGeom>
          <a:noFill/>
        </p:spPr>
        <p:txBody>
          <a:bodyPr wrap="none" lIns="90000" tIns="46800" rIns="90000" bIns="46800" rtlCol="0" anchor="b" anchorCtr="0">
            <a:noAutofit/>
          </a:bodyPr>
          <a:lstStyle/>
          <a:p>
            <a:pPr algn="r">
              <a:lnSpc>
                <a:spcPct val="100000"/>
              </a:lnSpc>
            </a:pPr>
            <a:r>
              <a:rPr lang="en-US" sz="4400" b="1" dirty="0">
                <a:solidFill>
                  <a:schemeClr val="accent1">
                    <a:lumMod val="60000"/>
                    <a:lumOff val="40000"/>
                    <a:alpha val="80000"/>
                  </a:schemeClr>
                </a:solidFill>
                <a:latin typeface="+mn-ea"/>
              </a:rPr>
              <a:t>03</a:t>
            </a:r>
            <a:endParaRPr lang="en-US" sz="4400" b="1" dirty="0">
              <a:solidFill>
                <a:schemeClr val="accent1">
                  <a:lumMod val="60000"/>
                  <a:lumOff val="40000"/>
                  <a:alpha val="80000"/>
                </a:schemeClr>
              </a:solidFill>
              <a:latin typeface="+mn-ea"/>
            </a:endParaRPr>
          </a:p>
        </p:txBody>
      </p:sp>
      <p:sp>
        <p:nvSpPr>
          <p:cNvPr id="39" name="项标题"/>
          <p:cNvSpPr txBox="1"/>
          <p:nvPr>
            <p:custDataLst>
              <p:tags r:id="rId7"/>
            </p:custDataLst>
          </p:nvPr>
        </p:nvSpPr>
        <p:spPr>
          <a:xfrm>
            <a:off x="2192655" y="4227830"/>
            <a:ext cx="6179820" cy="784860"/>
          </a:xfrm>
          <a:prstGeom prst="rect">
            <a:avLst/>
          </a:prstGeom>
          <a:noFill/>
        </p:spPr>
        <p:txBody>
          <a:bodyPr wrap="square" lIns="90000" tIns="46800" rIns="90000" bIns="46800" rtlCol="0" anchor="ctr">
            <a:noAutofit/>
          </a:bodyPr>
          <a:lstStyle/>
          <a:p>
            <a:pPr>
              <a:lnSpc>
                <a:spcPct val="100000"/>
              </a:lnSpc>
            </a:pPr>
            <a:r>
              <a:rPr lang="zh-CN" altLang="en-US" sz="2800" b="1" spc="300" dirty="0">
                <a:solidFill>
                  <a:schemeClr val="tx1">
                    <a:lumMod val="85000"/>
                    <a:lumOff val="15000"/>
                  </a:schemeClr>
                </a:solidFill>
                <a:latin typeface="+mn-ea"/>
              </a:rPr>
              <a:t>对比</a:t>
            </a:r>
            <a:r>
              <a:rPr lang="zh-CN" altLang="en-US" sz="2800" b="1" spc="300" dirty="0">
                <a:solidFill>
                  <a:schemeClr val="tx1">
                    <a:lumMod val="85000"/>
                    <a:lumOff val="15000"/>
                  </a:schemeClr>
                </a:solidFill>
                <a:latin typeface="+mn-ea"/>
              </a:rPr>
              <a:t>与结论</a:t>
            </a:r>
            <a:r>
              <a:rPr lang="en-US" altLang="zh-CN" sz="2800" b="1" spc="300" dirty="0">
                <a:solidFill>
                  <a:schemeClr val="tx1">
                    <a:lumMod val="85000"/>
                    <a:lumOff val="15000"/>
                  </a:schemeClr>
                </a:solidFill>
                <a:latin typeface="+mn-ea"/>
              </a:rPr>
              <a:t> —— </a:t>
            </a:r>
            <a:r>
              <a:rPr lang="zh-CN" altLang="en-US" sz="2800" b="1" spc="300" dirty="0">
                <a:solidFill>
                  <a:schemeClr val="tx1">
                    <a:lumMod val="85000"/>
                    <a:lumOff val="15000"/>
                  </a:schemeClr>
                </a:solidFill>
                <a:latin typeface="+mn-ea"/>
              </a:rPr>
              <a:t>通信网络的影响</a:t>
            </a:r>
            <a:endParaRPr lang="zh-CN" altLang="en-US" sz="2800" b="1" spc="300" dirty="0">
              <a:solidFill>
                <a:schemeClr val="tx1">
                  <a:lumMod val="85000"/>
                  <a:lumOff val="15000"/>
                </a:schemeClr>
              </a:solidFill>
              <a:latin typeface="+mn-ea"/>
            </a:endParaRPr>
          </a:p>
        </p:txBody>
      </p:sp>
      <p:sp>
        <p:nvSpPr>
          <p:cNvPr id="40" name="序号"/>
          <p:cNvSpPr txBox="1"/>
          <p:nvPr>
            <p:custDataLst>
              <p:tags r:id="rId8"/>
            </p:custDataLst>
          </p:nvPr>
        </p:nvSpPr>
        <p:spPr>
          <a:xfrm>
            <a:off x="756000" y="5173760"/>
            <a:ext cx="1382400" cy="828000"/>
          </a:xfrm>
          <a:prstGeom prst="rect">
            <a:avLst/>
          </a:prstGeom>
          <a:noFill/>
        </p:spPr>
        <p:txBody>
          <a:bodyPr wrap="none" lIns="90000" tIns="46800" rIns="90000" bIns="46800" rtlCol="0" anchor="b" anchorCtr="0">
            <a:noAutofit/>
          </a:bodyPr>
          <a:lstStyle/>
          <a:p>
            <a:pPr algn="r">
              <a:lnSpc>
                <a:spcPct val="100000"/>
              </a:lnSpc>
            </a:pPr>
            <a:r>
              <a:rPr lang="en-US" sz="4400" b="1" dirty="0">
                <a:solidFill>
                  <a:schemeClr val="accent1">
                    <a:lumMod val="60000"/>
                    <a:lumOff val="40000"/>
                    <a:alpha val="80000"/>
                  </a:schemeClr>
                </a:solidFill>
                <a:latin typeface="+mn-ea"/>
              </a:rPr>
              <a:t>04</a:t>
            </a:r>
            <a:endParaRPr lang="en-US" sz="4400" b="1" dirty="0">
              <a:solidFill>
                <a:schemeClr val="accent1">
                  <a:lumMod val="60000"/>
                  <a:lumOff val="40000"/>
                  <a:alpha val="80000"/>
                </a:schemeClr>
              </a:solidFill>
              <a:latin typeface="+mn-ea"/>
            </a:endParaRPr>
          </a:p>
        </p:txBody>
      </p:sp>
      <p:sp>
        <p:nvSpPr>
          <p:cNvPr id="41" name="项标题"/>
          <p:cNvSpPr txBox="1"/>
          <p:nvPr>
            <p:custDataLst>
              <p:tags r:id="rId9"/>
            </p:custDataLst>
          </p:nvPr>
        </p:nvSpPr>
        <p:spPr>
          <a:xfrm>
            <a:off x="2192655" y="5196205"/>
            <a:ext cx="5074920" cy="784860"/>
          </a:xfrm>
          <a:prstGeom prst="rect">
            <a:avLst/>
          </a:prstGeom>
          <a:noFill/>
        </p:spPr>
        <p:txBody>
          <a:bodyPr wrap="square" lIns="90000" tIns="46800" rIns="90000" bIns="46800" rtlCol="0" anchor="ctr">
            <a:noAutofit/>
          </a:bodyPr>
          <a:lstStyle/>
          <a:p>
            <a:pPr>
              <a:lnSpc>
                <a:spcPct val="100000"/>
              </a:lnSpc>
            </a:pPr>
            <a:r>
              <a:rPr lang="zh-CN" altLang="en-US" sz="2800" b="1" spc="300" dirty="0">
                <a:solidFill>
                  <a:schemeClr val="tx1">
                    <a:lumMod val="85000"/>
                    <a:lumOff val="15000"/>
                  </a:schemeClr>
                </a:solidFill>
                <a:latin typeface="+mn-ea"/>
              </a:rPr>
              <a:t>自适应机制，</a:t>
            </a:r>
            <a:r>
              <a:rPr lang="zh-CN" altLang="en-US" sz="2800" b="1" spc="300" dirty="0">
                <a:solidFill>
                  <a:schemeClr val="tx1">
                    <a:lumMod val="85000"/>
                    <a:lumOff val="15000"/>
                  </a:schemeClr>
                </a:solidFill>
                <a:latin typeface="+mn-ea"/>
              </a:rPr>
              <a:t>附加题与总结</a:t>
            </a:r>
            <a:endParaRPr lang="zh-CN" altLang="en-US" sz="2800" b="1" spc="300" dirty="0">
              <a:solidFill>
                <a:schemeClr val="tx1">
                  <a:lumMod val="85000"/>
                  <a:lumOff val="15000"/>
                </a:schemeClr>
              </a:solidFill>
              <a:latin typeface="+mn-ea"/>
            </a:endParaRPr>
          </a:p>
        </p:txBody>
      </p:sp>
      <p:sp>
        <p:nvSpPr>
          <p:cNvPr id="32" name="任意多边形: 形状 1"/>
          <p:cNvSpPr/>
          <p:nvPr>
            <p:custDataLst>
              <p:tags r:id="rId10"/>
            </p:custDataLst>
          </p:nvPr>
        </p:nvSpPr>
        <p:spPr>
          <a:xfrm>
            <a:off x="3044662" y="1003894"/>
            <a:ext cx="3777444" cy="536451"/>
          </a:xfrm>
          <a:custGeom>
            <a:avLst/>
            <a:gdLst>
              <a:gd name="connsiteX0" fmla="*/ 703511 w 3777444"/>
              <a:gd name="connsiteY0" fmla="*/ 95771 h 536451"/>
              <a:gd name="connsiteX1" fmla="*/ 601210 w 3777444"/>
              <a:gd name="connsiteY1" fmla="*/ 143991 h 536451"/>
              <a:gd name="connsiteX2" fmla="*/ 563873 w 3777444"/>
              <a:gd name="connsiteY2" fmla="*/ 268895 h 536451"/>
              <a:gd name="connsiteX3" fmla="*/ 600373 w 3777444"/>
              <a:gd name="connsiteY3" fmla="*/ 392627 h 536451"/>
              <a:gd name="connsiteX4" fmla="*/ 700497 w 3777444"/>
              <a:gd name="connsiteY4" fmla="*/ 440680 h 536451"/>
              <a:gd name="connsiteX5" fmla="*/ 801625 w 3777444"/>
              <a:gd name="connsiteY5" fmla="*/ 394636 h 536451"/>
              <a:gd name="connsiteX6" fmla="*/ 837791 w 3777444"/>
              <a:gd name="connsiteY6" fmla="*/ 270904 h 536451"/>
              <a:gd name="connsiteX7" fmla="*/ 802630 w 3777444"/>
              <a:gd name="connsiteY7" fmla="*/ 142819 h 536451"/>
              <a:gd name="connsiteX8" fmla="*/ 703511 w 3777444"/>
              <a:gd name="connsiteY8" fmla="*/ 95771 h 536451"/>
              <a:gd name="connsiteX9" fmla="*/ 2974777 w 3777444"/>
              <a:gd name="connsiteY9" fmla="*/ 8706 h 536451"/>
              <a:gd name="connsiteX10" fmla="*/ 3381301 w 3777444"/>
              <a:gd name="connsiteY10" fmla="*/ 8706 h 536451"/>
              <a:gd name="connsiteX11" fmla="*/ 3381301 w 3777444"/>
              <a:gd name="connsiteY11" fmla="*/ 99119 h 536451"/>
              <a:gd name="connsiteX12" fmla="*/ 3233291 w 3777444"/>
              <a:gd name="connsiteY12" fmla="*/ 99119 h 536451"/>
              <a:gd name="connsiteX13" fmla="*/ 3233291 w 3777444"/>
              <a:gd name="connsiteY13" fmla="*/ 527410 h 536451"/>
              <a:gd name="connsiteX14" fmla="*/ 3122451 w 3777444"/>
              <a:gd name="connsiteY14" fmla="*/ 527410 h 536451"/>
              <a:gd name="connsiteX15" fmla="*/ 3122451 w 3777444"/>
              <a:gd name="connsiteY15" fmla="*/ 99119 h 536451"/>
              <a:gd name="connsiteX16" fmla="*/ 2974777 w 3777444"/>
              <a:gd name="connsiteY16" fmla="*/ 99119 h 536451"/>
              <a:gd name="connsiteX17" fmla="*/ 2442307 w 3777444"/>
              <a:gd name="connsiteY17" fmla="*/ 8706 h 536451"/>
              <a:gd name="connsiteX18" fmla="*/ 2562857 w 3777444"/>
              <a:gd name="connsiteY18" fmla="*/ 8706 h 536451"/>
              <a:gd name="connsiteX19" fmla="*/ 2774491 w 3777444"/>
              <a:gd name="connsiteY19" fmla="*/ 334863 h 536451"/>
              <a:gd name="connsiteX20" fmla="*/ 2800276 w 3777444"/>
              <a:gd name="connsiteY20" fmla="*/ 376051 h 536451"/>
              <a:gd name="connsiteX21" fmla="*/ 2801950 w 3777444"/>
              <a:gd name="connsiteY21" fmla="*/ 376051 h 536451"/>
              <a:gd name="connsiteX22" fmla="*/ 2798601 w 3777444"/>
              <a:gd name="connsiteY22" fmla="*/ 304391 h 536451"/>
              <a:gd name="connsiteX23" fmla="*/ 2798601 w 3777444"/>
              <a:gd name="connsiteY23" fmla="*/ 8706 h 536451"/>
              <a:gd name="connsiteX24" fmla="*/ 2903413 w 3777444"/>
              <a:gd name="connsiteY24" fmla="*/ 8706 h 536451"/>
              <a:gd name="connsiteX25" fmla="*/ 2903413 w 3777444"/>
              <a:gd name="connsiteY25" fmla="*/ 527410 h 536451"/>
              <a:gd name="connsiteX26" fmla="*/ 2790230 w 3777444"/>
              <a:gd name="connsiteY26" fmla="*/ 527410 h 536451"/>
              <a:gd name="connsiteX27" fmla="*/ 2570559 w 3777444"/>
              <a:gd name="connsiteY27" fmla="*/ 191877 h 536451"/>
              <a:gd name="connsiteX28" fmla="*/ 2545779 w 3777444"/>
              <a:gd name="connsiteY28" fmla="*/ 149684 h 536451"/>
              <a:gd name="connsiteX29" fmla="*/ 2544105 w 3777444"/>
              <a:gd name="connsiteY29" fmla="*/ 149684 h 536451"/>
              <a:gd name="connsiteX30" fmla="*/ 2547119 w 3777444"/>
              <a:gd name="connsiteY30" fmla="*/ 232395 h 536451"/>
              <a:gd name="connsiteX31" fmla="*/ 2547119 w 3777444"/>
              <a:gd name="connsiteY31" fmla="*/ 527410 h 536451"/>
              <a:gd name="connsiteX32" fmla="*/ 2442307 w 3777444"/>
              <a:gd name="connsiteY32" fmla="*/ 527410 h 536451"/>
              <a:gd name="connsiteX33" fmla="*/ 2051782 w 3777444"/>
              <a:gd name="connsiteY33" fmla="*/ 8706 h 536451"/>
              <a:gd name="connsiteX34" fmla="*/ 2346796 w 3777444"/>
              <a:gd name="connsiteY34" fmla="*/ 8706 h 536451"/>
              <a:gd name="connsiteX35" fmla="*/ 2346796 w 3777444"/>
              <a:gd name="connsiteY35" fmla="*/ 99119 h 536451"/>
              <a:gd name="connsiteX36" fmla="*/ 2162287 w 3777444"/>
              <a:gd name="connsiteY36" fmla="*/ 99119 h 536451"/>
              <a:gd name="connsiteX37" fmla="*/ 2162287 w 3777444"/>
              <a:gd name="connsiteY37" fmla="*/ 221345 h 536451"/>
              <a:gd name="connsiteX38" fmla="*/ 2333737 w 3777444"/>
              <a:gd name="connsiteY38" fmla="*/ 221345 h 536451"/>
              <a:gd name="connsiteX39" fmla="*/ 2333737 w 3777444"/>
              <a:gd name="connsiteY39" fmla="*/ 311423 h 536451"/>
              <a:gd name="connsiteX40" fmla="*/ 2162287 w 3777444"/>
              <a:gd name="connsiteY40" fmla="*/ 311423 h 536451"/>
              <a:gd name="connsiteX41" fmla="*/ 2162287 w 3777444"/>
              <a:gd name="connsiteY41" fmla="*/ 436997 h 536451"/>
              <a:gd name="connsiteX42" fmla="*/ 2358851 w 3777444"/>
              <a:gd name="connsiteY42" fmla="*/ 436997 h 536451"/>
              <a:gd name="connsiteX43" fmla="*/ 2358851 w 3777444"/>
              <a:gd name="connsiteY43" fmla="*/ 527410 h 536451"/>
              <a:gd name="connsiteX44" fmla="*/ 2051782 w 3777444"/>
              <a:gd name="connsiteY44" fmla="*/ 527410 h 536451"/>
              <a:gd name="connsiteX45" fmla="*/ 1574602 w 3777444"/>
              <a:gd name="connsiteY45" fmla="*/ 8706 h 536451"/>
              <a:gd name="connsiteX46" fmla="*/ 1981126 w 3777444"/>
              <a:gd name="connsiteY46" fmla="*/ 8706 h 536451"/>
              <a:gd name="connsiteX47" fmla="*/ 1981126 w 3777444"/>
              <a:gd name="connsiteY47" fmla="*/ 99119 h 536451"/>
              <a:gd name="connsiteX48" fmla="*/ 1833116 w 3777444"/>
              <a:gd name="connsiteY48" fmla="*/ 99119 h 536451"/>
              <a:gd name="connsiteX49" fmla="*/ 1833116 w 3777444"/>
              <a:gd name="connsiteY49" fmla="*/ 527410 h 536451"/>
              <a:gd name="connsiteX50" fmla="*/ 1722276 w 3777444"/>
              <a:gd name="connsiteY50" fmla="*/ 527410 h 536451"/>
              <a:gd name="connsiteX51" fmla="*/ 1722276 w 3777444"/>
              <a:gd name="connsiteY51" fmla="*/ 99119 h 536451"/>
              <a:gd name="connsiteX52" fmla="*/ 1574602 w 3777444"/>
              <a:gd name="connsiteY52" fmla="*/ 99119 h 536451"/>
              <a:gd name="connsiteX53" fmla="*/ 1042132 w 3777444"/>
              <a:gd name="connsiteY53" fmla="*/ 8706 h 536451"/>
              <a:gd name="connsiteX54" fmla="*/ 1162683 w 3777444"/>
              <a:gd name="connsiteY54" fmla="*/ 8706 h 536451"/>
              <a:gd name="connsiteX55" fmla="*/ 1374316 w 3777444"/>
              <a:gd name="connsiteY55" fmla="*/ 334863 h 536451"/>
              <a:gd name="connsiteX56" fmla="*/ 1400101 w 3777444"/>
              <a:gd name="connsiteY56" fmla="*/ 376051 h 536451"/>
              <a:gd name="connsiteX57" fmla="*/ 1401775 w 3777444"/>
              <a:gd name="connsiteY57" fmla="*/ 376051 h 536451"/>
              <a:gd name="connsiteX58" fmla="*/ 1398426 w 3777444"/>
              <a:gd name="connsiteY58" fmla="*/ 304391 h 536451"/>
              <a:gd name="connsiteX59" fmla="*/ 1398426 w 3777444"/>
              <a:gd name="connsiteY59" fmla="*/ 8706 h 536451"/>
              <a:gd name="connsiteX60" fmla="*/ 1503239 w 3777444"/>
              <a:gd name="connsiteY60" fmla="*/ 8706 h 536451"/>
              <a:gd name="connsiteX61" fmla="*/ 1503239 w 3777444"/>
              <a:gd name="connsiteY61" fmla="*/ 527410 h 536451"/>
              <a:gd name="connsiteX62" fmla="*/ 1390055 w 3777444"/>
              <a:gd name="connsiteY62" fmla="*/ 527410 h 536451"/>
              <a:gd name="connsiteX63" fmla="*/ 1170384 w 3777444"/>
              <a:gd name="connsiteY63" fmla="*/ 191877 h 536451"/>
              <a:gd name="connsiteX64" fmla="*/ 1145605 w 3777444"/>
              <a:gd name="connsiteY64" fmla="*/ 149684 h 536451"/>
              <a:gd name="connsiteX65" fmla="*/ 1143930 w 3777444"/>
              <a:gd name="connsiteY65" fmla="*/ 149684 h 536451"/>
              <a:gd name="connsiteX66" fmla="*/ 1146944 w 3777444"/>
              <a:gd name="connsiteY66" fmla="*/ 232395 h 536451"/>
              <a:gd name="connsiteX67" fmla="*/ 1146944 w 3777444"/>
              <a:gd name="connsiteY67" fmla="*/ 527410 h 536451"/>
              <a:gd name="connsiteX68" fmla="*/ 1042132 w 3777444"/>
              <a:gd name="connsiteY68" fmla="*/ 527410 h 536451"/>
              <a:gd name="connsiteX69" fmla="*/ 3627090 w 3777444"/>
              <a:gd name="connsiteY69" fmla="*/ 0 h 536451"/>
              <a:gd name="connsiteX70" fmla="*/ 3754673 w 3777444"/>
              <a:gd name="connsiteY70" fmla="*/ 19757 h 536451"/>
              <a:gd name="connsiteX71" fmla="*/ 3754673 w 3777444"/>
              <a:gd name="connsiteY71" fmla="*/ 123564 h 536451"/>
              <a:gd name="connsiteX72" fmla="*/ 3632448 w 3777444"/>
              <a:gd name="connsiteY72" fmla="*/ 88069 h 536451"/>
              <a:gd name="connsiteX73" fmla="*/ 3567150 w 3777444"/>
              <a:gd name="connsiteY73" fmla="*/ 102970 h 536451"/>
              <a:gd name="connsiteX74" fmla="*/ 3542705 w 3777444"/>
              <a:gd name="connsiteY74" fmla="*/ 142987 h 536451"/>
              <a:gd name="connsiteX75" fmla="*/ 3559448 w 3777444"/>
              <a:gd name="connsiteY75" fmla="*/ 179989 h 536451"/>
              <a:gd name="connsiteX76" fmla="*/ 3642159 w 3777444"/>
              <a:gd name="connsiteY76" fmla="*/ 225698 h 536451"/>
              <a:gd name="connsiteX77" fmla="*/ 3748478 w 3777444"/>
              <a:gd name="connsiteY77" fmla="*/ 295684 h 536451"/>
              <a:gd name="connsiteX78" fmla="*/ 3777444 w 3777444"/>
              <a:gd name="connsiteY78" fmla="*/ 383418 h 536451"/>
              <a:gd name="connsiteX79" fmla="*/ 3724535 w 3777444"/>
              <a:gd name="connsiteY79" fmla="*/ 497272 h 536451"/>
              <a:gd name="connsiteX80" fmla="*/ 3574182 w 3777444"/>
              <a:gd name="connsiteY80" fmla="*/ 536451 h 536451"/>
              <a:gd name="connsiteX81" fmla="*/ 3428181 w 3777444"/>
              <a:gd name="connsiteY81" fmla="*/ 507653 h 536451"/>
              <a:gd name="connsiteX82" fmla="*/ 3428181 w 3777444"/>
              <a:gd name="connsiteY82" fmla="*/ 396813 h 536451"/>
              <a:gd name="connsiteX83" fmla="*/ 3570498 w 3777444"/>
              <a:gd name="connsiteY83" fmla="*/ 448717 h 536451"/>
              <a:gd name="connsiteX84" fmla="*/ 3638476 w 3777444"/>
              <a:gd name="connsiteY84" fmla="*/ 433146 h 536451"/>
              <a:gd name="connsiteX85" fmla="*/ 3661246 w 3777444"/>
              <a:gd name="connsiteY85" fmla="*/ 393129 h 536451"/>
              <a:gd name="connsiteX86" fmla="*/ 3643164 w 3777444"/>
              <a:gd name="connsiteY86" fmla="*/ 353281 h 536451"/>
              <a:gd name="connsiteX87" fmla="*/ 3547728 w 3777444"/>
              <a:gd name="connsiteY87" fmla="*/ 302381 h 536451"/>
              <a:gd name="connsiteX88" fmla="*/ 3426172 w 3777444"/>
              <a:gd name="connsiteY88" fmla="*/ 152363 h 536451"/>
              <a:gd name="connsiteX89" fmla="*/ 3481257 w 3777444"/>
              <a:gd name="connsiteY89" fmla="*/ 40016 h 536451"/>
              <a:gd name="connsiteX90" fmla="*/ 3627090 w 3777444"/>
              <a:gd name="connsiteY90" fmla="*/ 0 h 536451"/>
              <a:gd name="connsiteX91" fmla="*/ 706859 w 3777444"/>
              <a:gd name="connsiteY91" fmla="*/ 0 h 536451"/>
              <a:gd name="connsiteX92" fmla="*/ 885844 w 3777444"/>
              <a:gd name="connsiteY92" fmla="*/ 74005 h 536451"/>
              <a:gd name="connsiteX93" fmla="*/ 953653 w 3777444"/>
              <a:gd name="connsiteY93" fmla="*/ 264207 h 536451"/>
              <a:gd name="connsiteX94" fmla="*/ 883165 w 3777444"/>
              <a:gd name="connsiteY94" fmla="*/ 460939 h 536451"/>
              <a:gd name="connsiteX95" fmla="*/ 698488 w 3777444"/>
              <a:gd name="connsiteY95" fmla="*/ 536451 h 536451"/>
              <a:gd name="connsiteX96" fmla="*/ 517327 w 3777444"/>
              <a:gd name="connsiteY96" fmla="*/ 463283 h 536451"/>
              <a:gd name="connsiteX97" fmla="*/ 447675 w 3777444"/>
              <a:gd name="connsiteY97" fmla="*/ 274923 h 536451"/>
              <a:gd name="connsiteX98" fmla="*/ 518833 w 3777444"/>
              <a:gd name="connsiteY98" fmla="*/ 76516 h 536451"/>
              <a:gd name="connsiteX99" fmla="*/ 706859 w 3777444"/>
              <a:gd name="connsiteY99" fmla="*/ 0 h 536451"/>
              <a:gd name="connsiteX100" fmla="*/ 275258 w 3777444"/>
              <a:gd name="connsiteY100" fmla="*/ 0 h 536451"/>
              <a:gd name="connsiteX101" fmla="*/ 402506 w 3777444"/>
              <a:gd name="connsiteY101" fmla="*/ 19757 h 536451"/>
              <a:gd name="connsiteX102" fmla="*/ 402506 w 3777444"/>
              <a:gd name="connsiteY102" fmla="*/ 126578 h 536451"/>
              <a:gd name="connsiteX103" fmla="*/ 283294 w 3777444"/>
              <a:gd name="connsiteY103" fmla="*/ 95771 h 536451"/>
              <a:gd name="connsiteX104" fmla="*/ 161739 w 3777444"/>
              <a:gd name="connsiteY104" fmla="*/ 144326 h 536451"/>
              <a:gd name="connsiteX105" fmla="*/ 116198 w 3777444"/>
              <a:gd name="connsiteY105" fmla="*/ 271239 h 536451"/>
              <a:gd name="connsiteX106" fmla="*/ 159395 w 3777444"/>
              <a:gd name="connsiteY106" fmla="*/ 394134 h 536451"/>
              <a:gd name="connsiteX107" fmla="*/ 276262 w 3777444"/>
              <a:gd name="connsiteY107" fmla="*/ 440680 h 536451"/>
              <a:gd name="connsiteX108" fmla="*/ 402506 w 3777444"/>
              <a:gd name="connsiteY108" fmla="*/ 407194 h 536451"/>
              <a:gd name="connsiteX109" fmla="*/ 402506 w 3777444"/>
              <a:gd name="connsiteY109" fmla="*/ 508657 h 536451"/>
              <a:gd name="connsiteX110" fmla="*/ 254831 w 3777444"/>
              <a:gd name="connsiteY110" fmla="*/ 536451 h 536451"/>
              <a:gd name="connsiteX111" fmla="*/ 68814 w 3777444"/>
              <a:gd name="connsiteY111" fmla="*/ 466297 h 536451"/>
              <a:gd name="connsiteX112" fmla="*/ 0 w 3777444"/>
              <a:gd name="connsiteY112" fmla="*/ 279276 h 536451"/>
              <a:gd name="connsiteX113" fmla="*/ 76851 w 3777444"/>
              <a:gd name="connsiteY113" fmla="*/ 78190 h 536451"/>
              <a:gd name="connsiteX114" fmla="*/ 275258 w 3777444"/>
              <a:gd name="connsiteY114" fmla="*/ 0 h 53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3777444" h="536451">
                <a:moveTo>
                  <a:pt x="703511" y="95771"/>
                </a:moveTo>
                <a:cubicBezTo>
                  <a:pt x="660202" y="95771"/>
                  <a:pt x="626101" y="111844"/>
                  <a:pt x="601210" y="143991"/>
                </a:cubicBezTo>
                <a:cubicBezTo>
                  <a:pt x="576318" y="176138"/>
                  <a:pt x="563873" y="217773"/>
                  <a:pt x="563873" y="268895"/>
                </a:cubicBezTo>
                <a:cubicBezTo>
                  <a:pt x="563873" y="319348"/>
                  <a:pt x="576039" y="360592"/>
                  <a:pt x="600373" y="392627"/>
                </a:cubicBezTo>
                <a:cubicBezTo>
                  <a:pt x="624706" y="424662"/>
                  <a:pt x="658081" y="440680"/>
                  <a:pt x="700497" y="440680"/>
                </a:cubicBezTo>
                <a:cubicBezTo>
                  <a:pt x="743806" y="440680"/>
                  <a:pt x="777515" y="425332"/>
                  <a:pt x="801625" y="394636"/>
                </a:cubicBezTo>
                <a:cubicBezTo>
                  <a:pt x="825736" y="363941"/>
                  <a:pt x="837791" y="322697"/>
                  <a:pt x="837791" y="270904"/>
                </a:cubicBezTo>
                <a:cubicBezTo>
                  <a:pt x="837791" y="216880"/>
                  <a:pt x="826071" y="174185"/>
                  <a:pt x="802630" y="142819"/>
                </a:cubicBezTo>
                <a:cubicBezTo>
                  <a:pt x="779190" y="111454"/>
                  <a:pt x="746150" y="95771"/>
                  <a:pt x="703511" y="95771"/>
                </a:cubicBezTo>
                <a:close/>
                <a:moveTo>
                  <a:pt x="2974777" y="8706"/>
                </a:moveTo>
                <a:lnTo>
                  <a:pt x="3381301" y="8706"/>
                </a:lnTo>
                <a:lnTo>
                  <a:pt x="3381301" y="99119"/>
                </a:lnTo>
                <a:lnTo>
                  <a:pt x="3233291" y="99119"/>
                </a:lnTo>
                <a:lnTo>
                  <a:pt x="3233291" y="527410"/>
                </a:lnTo>
                <a:lnTo>
                  <a:pt x="3122451" y="527410"/>
                </a:lnTo>
                <a:lnTo>
                  <a:pt x="3122451" y="99119"/>
                </a:lnTo>
                <a:lnTo>
                  <a:pt x="2974777" y="99119"/>
                </a:lnTo>
                <a:close/>
                <a:moveTo>
                  <a:pt x="2442307" y="8706"/>
                </a:moveTo>
                <a:lnTo>
                  <a:pt x="2562857" y="8706"/>
                </a:lnTo>
                <a:lnTo>
                  <a:pt x="2774491" y="334863"/>
                </a:lnTo>
                <a:cubicBezTo>
                  <a:pt x="2788555" y="356518"/>
                  <a:pt x="2797150" y="370247"/>
                  <a:pt x="2800276" y="376051"/>
                </a:cubicBezTo>
                <a:lnTo>
                  <a:pt x="2801950" y="376051"/>
                </a:lnTo>
                <a:cubicBezTo>
                  <a:pt x="2799717" y="363550"/>
                  <a:pt x="2798601" y="339663"/>
                  <a:pt x="2798601" y="304391"/>
                </a:cubicBezTo>
                <a:lnTo>
                  <a:pt x="2798601" y="8706"/>
                </a:lnTo>
                <a:lnTo>
                  <a:pt x="2903413" y="8706"/>
                </a:lnTo>
                <a:lnTo>
                  <a:pt x="2903413" y="527410"/>
                </a:lnTo>
                <a:lnTo>
                  <a:pt x="2790230" y="527410"/>
                </a:lnTo>
                <a:lnTo>
                  <a:pt x="2570559" y="191877"/>
                </a:lnTo>
                <a:cubicBezTo>
                  <a:pt x="2559174" y="174464"/>
                  <a:pt x="2550914" y="160399"/>
                  <a:pt x="2545779" y="149684"/>
                </a:cubicBezTo>
                <a:lnTo>
                  <a:pt x="2544105" y="149684"/>
                </a:lnTo>
                <a:cubicBezTo>
                  <a:pt x="2546114" y="167543"/>
                  <a:pt x="2547119" y="195114"/>
                  <a:pt x="2547119" y="232395"/>
                </a:cubicBezTo>
                <a:lnTo>
                  <a:pt x="2547119" y="527410"/>
                </a:lnTo>
                <a:lnTo>
                  <a:pt x="2442307" y="527410"/>
                </a:lnTo>
                <a:close/>
                <a:moveTo>
                  <a:pt x="2051782" y="8706"/>
                </a:moveTo>
                <a:lnTo>
                  <a:pt x="2346796" y="8706"/>
                </a:lnTo>
                <a:lnTo>
                  <a:pt x="2346796" y="99119"/>
                </a:lnTo>
                <a:lnTo>
                  <a:pt x="2162287" y="99119"/>
                </a:lnTo>
                <a:lnTo>
                  <a:pt x="2162287" y="221345"/>
                </a:lnTo>
                <a:lnTo>
                  <a:pt x="2333737" y="221345"/>
                </a:lnTo>
                <a:lnTo>
                  <a:pt x="2333737" y="311423"/>
                </a:lnTo>
                <a:lnTo>
                  <a:pt x="2162287" y="311423"/>
                </a:lnTo>
                <a:lnTo>
                  <a:pt x="2162287" y="436997"/>
                </a:lnTo>
                <a:lnTo>
                  <a:pt x="2358851" y="436997"/>
                </a:lnTo>
                <a:lnTo>
                  <a:pt x="2358851" y="527410"/>
                </a:lnTo>
                <a:lnTo>
                  <a:pt x="2051782" y="527410"/>
                </a:lnTo>
                <a:close/>
                <a:moveTo>
                  <a:pt x="1574602" y="8706"/>
                </a:moveTo>
                <a:lnTo>
                  <a:pt x="1981126" y="8706"/>
                </a:lnTo>
                <a:lnTo>
                  <a:pt x="1981126" y="99119"/>
                </a:lnTo>
                <a:lnTo>
                  <a:pt x="1833116" y="99119"/>
                </a:lnTo>
                <a:lnTo>
                  <a:pt x="1833116" y="527410"/>
                </a:lnTo>
                <a:lnTo>
                  <a:pt x="1722276" y="527410"/>
                </a:lnTo>
                <a:lnTo>
                  <a:pt x="1722276" y="99119"/>
                </a:lnTo>
                <a:lnTo>
                  <a:pt x="1574602" y="99119"/>
                </a:lnTo>
                <a:close/>
                <a:moveTo>
                  <a:pt x="1042132" y="8706"/>
                </a:moveTo>
                <a:lnTo>
                  <a:pt x="1162683" y="8706"/>
                </a:lnTo>
                <a:lnTo>
                  <a:pt x="1374316" y="334863"/>
                </a:lnTo>
                <a:cubicBezTo>
                  <a:pt x="1388380" y="356518"/>
                  <a:pt x="1396975" y="370247"/>
                  <a:pt x="1400101" y="376051"/>
                </a:cubicBezTo>
                <a:lnTo>
                  <a:pt x="1401775" y="376051"/>
                </a:lnTo>
                <a:cubicBezTo>
                  <a:pt x="1399543" y="363550"/>
                  <a:pt x="1398426" y="339663"/>
                  <a:pt x="1398426" y="304391"/>
                </a:cubicBezTo>
                <a:lnTo>
                  <a:pt x="1398426" y="8706"/>
                </a:lnTo>
                <a:lnTo>
                  <a:pt x="1503239" y="8706"/>
                </a:lnTo>
                <a:lnTo>
                  <a:pt x="1503239" y="527410"/>
                </a:lnTo>
                <a:lnTo>
                  <a:pt x="1390055" y="527410"/>
                </a:lnTo>
                <a:lnTo>
                  <a:pt x="1170384" y="191877"/>
                </a:lnTo>
                <a:cubicBezTo>
                  <a:pt x="1158999" y="174464"/>
                  <a:pt x="1150739" y="160399"/>
                  <a:pt x="1145605" y="149684"/>
                </a:cubicBezTo>
                <a:lnTo>
                  <a:pt x="1143930" y="149684"/>
                </a:lnTo>
                <a:cubicBezTo>
                  <a:pt x="1145939" y="167543"/>
                  <a:pt x="1146944" y="195114"/>
                  <a:pt x="1146944" y="232395"/>
                </a:cubicBezTo>
                <a:lnTo>
                  <a:pt x="1146944" y="527410"/>
                </a:lnTo>
                <a:lnTo>
                  <a:pt x="1042132" y="527410"/>
                </a:lnTo>
                <a:close/>
                <a:moveTo>
                  <a:pt x="3627090" y="0"/>
                </a:moveTo>
                <a:cubicBezTo>
                  <a:pt x="3677766" y="0"/>
                  <a:pt x="3720294" y="6586"/>
                  <a:pt x="3754673" y="19757"/>
                </a:cubicBezTo>
                <a:lnTo>
                  <a:pt x="3754673" y="123564"/>
                </a:lnTo>
                <a:cubicBezTo>
                  <a:pt x="3719847" y="99901"/>
                  <a:pt x="3679106" y="88069"/>
                  <a:pt x="3632448" y="88069"/>
                </a:cubicBezTo>
                <a:cubicBezTo>
                  <a:pt x="3605212" y="88069"/>
                  <a:pt x="3583446" y="93036"/>
                  <a:pt x="3567150" y="102970"/>
                </a:cubicBezTo>
                <a:cubicBezTo>
                  <a:pt x="3550853" y="112905"/>
                  <a:pt x="3542705" y="126243"/>
                  <a:pt x="3542705" y="142987"/>
                </a:cubicBezTo>
                <a:cubicBezTo>
                  <a:pt x="3542705" y="156381"/>
                  <a:pt x="3548286" y="168715"/>
                  <a:pt x="3559448" y="179989"/>
                </a:cubicBezTo>
                <a:cubicBezTo>
                  <a:pt x="3570610" y="191263"/>
                  <a:pt x="3598180" y="206499"/>
                  <a:pt x="3642159" y="225698"/>
                </a:cubicBezTo>
                <a:cubicBezTo>
                  <a:pt x="3693728" y="247799"/>
                  <a:pt x="3729168" y="271128"/>
                  <a:pt x="3748478" y="295684"/>
                </a:cubicBezTo>
                <a:cubicBezTo>
                  <a:pt x="3767789" y="320241"/>
                  <a:pt x="3777444" y="349486"/>
                  <a:pt x="3777444" y="383418"/>
                </a:cubicBezTo>
                <a:cubicBezTo>
                  <a:pt x="3777444" y="433201"/>
                  <a:pt x="3759808" y="471153"/>
                  <a:pt x="3724535" y="497272"/>
                </a:cubicBezTo>
                <a:cubicBezTo>
                  <a:pt x="3689263" y="523391"/>
                  <a:pt x="3639145" y="536451"/>
                  <a:pt x="3574182" y="536451"/>
                </a:cubicBezTo>
                <a:cubicBezTo>
                  <a:pt x="3514799" y="536451"/>
                  <a:pt x="3466133" y="526851"/>
                  <a:pt x="3428181" y="507653"/>
                </a:cubicBezTo>
                <a:lnTo>
                  <a:pt x="3428181" y="396813"/>
                </a:lnTo>
                <a:cubicBezTo>
                  <a:pt x="3469928" y="431415"/>
                  <a:pt x="3517367" y="448717"/>
                  <a:pt x="3570498" y="448717"/>
                </a:cubicBezTo>
                <a:cubicBezTo>
                  <a:pt x="3600636" y="448717"/>
                  <a:pt x="3623295" y="443526"/>
                  <a:pt x="3638476" y="433146"/>
                </a:cubicBezTo>
                <a:cubicBezTo>
                  <a:pt x="3653656" y="422765"/>
                  <a:pt x="3661246" y="409426"/>
                  <a:pt x="3661246" y="393129"/>
                </a:cubicBezTo>
                <a:cubicBezTo>
                  <a:pt x="3661246" y="379065"/>
                  <a:pt x="3655219" y="365782"/>
                  <a:pt x="3643164" y="353281"/>
                </a:cubicBezTo>
                <a:cubicBezTo>
                  <a:pt x="3631109" y="340779"/>
                  <a:pt x="3599297" y="323813"/>
                  <a:pt x="3547728" y="302381"/>
                </a:cubicBezTo>
                <a:cubicBezTo>
                  <a:pt x="3466691" y="268002"/>
                  <a:pt x="3426172" y="217996"/>
                  <a:pt x="3426172" y="152363"/>
                </a:cubicBezTo>
                <a:cubicBezTo>
                  <a:pt x="3426172" y="104142"/>
                  <a:pt x="3444534" y="66694"/>
                  <a:pt x="3481257" y="40016"/>
                </a:cubicBezTo>
                <a:cubicBezTo>
                  <a:pt x="3517981" y="13339"/>
                  <a:pt x="3566592" y="0"/>
                  <a:pt x="3627090" y="0"/>
                </a:cubicBezTo>
                <a:close/>
                <a:moveTo>
                  <a:pt x="706859" y="0"/>
                </a:moveTo>
                <a:cubicBezTo>
                  <a:pt x="780976" y="0"/>
                  <a:pt x="840637" y="24668"/>
                  <a:pt x="885844" y="74005"/>
                </a:cubicBezTo>
                <a:cubicBezTo>
                  <a:pt x="931050" y="123341"/>
                  <a:pt x="953653" y="186742"/>
                  <a:pt x="953653" y="264207"/>
                </a:cubicBezTo>
                <a:cubicBezTo>
                  <a:pt x="953653" y="345021"/>
                  <a:pt x="930157" y="410598"/>
                  <a:pt x="883165" y="460939"/>
                </a:cubicBezTo>
                <a:cubicBezTo>
                  <a:pt x="836172" y="511280"/>
                  <a:pt x="774613" y="536451"/>
                  <a:pt x="698488" y="536451"/>
                </a:cubicBezTo>
                <a:cubicBezTo>
                  <a:pt x="624148" y="536451"/>
                  <a:pt x="563761" y="512062"/>
                  <a:pt x="517327" y="463283"/>
                </a:cubicBezTo>
                <a:cubicBezTo>
                  <a:pt x="470892" y="414505"/>
                  <a:pt x="447675" y="351718"/>
                  <a:pt x="447675" y="274923"/>
                </a:cubicBezTo>
                <a:cubicBezTo>
                  <a:pt x="447675" y="193663"/>
                  <a:pt x="471394" y="127527"/>
                  <a:pt x="518833" y="76516"/>
                </a:cubicBezTo>
                <a:cubicBezTo>
                  <a:pt x="566272" y="25505"/>
                  <a:pt x="628948" y="0"/>
                  <a:pt x="706859" y="0"/>
                </a:cubicBezTo>
                <a:close/>
                <a:moveTo>
                  <a:pt x="275258" y="0"/>
                </a:moveTo>
                <a:cubicBezTo>
                  <a:pt x="325934" y="0"/>
                  <a:pt x="368350" y="6586"/>
                  <a:pt x="402506" y="19757"/>
                </a:cubicBezTo>
                <a:lnTo>
                  <a:pt x="402506" y="126578"/>
                </a:lnTo>
                <a:cubicBezTo>
                  <a:pt x="367457" y="106040"/>
                  <a:pt x="327720" y="95771"/>
                  <a:pt x="283294" y="95771"/>
                </a:cubicBezTo>
                <a:cubicBezTo>
                  <a:pt x="232618" y="95771"/>
                  <a:pt x="192100" y="111956"/>
                  <a:pt x="161739" y="144326"/>
                </a:cubicBezTo>
                <a:cubicBezTo>
                  <a:pt x="131378" y="176696"/>
                  <a:pt x="116198" y="219001"/>
                  <a:pt x="116198" y="271239"/>
                </a:cubicBezTo>
                <a:cubicBezTo>
                  <a:pt x="116198" y="322138"/>
                  <a:pt x="130597" y="363103"/>
                  <a:pt x="159395" y="394134"/>
                </a:cubicBezTo>
                <a:cubicBezTo>
                  <a:pt x="188193" y="425165"/>
                  <a:pt x="227149" y="440680"/>
                  <a:pt x="276262" y="440680"/>
                </a:cubicBezTo>
                <a:cubicBezTo>
                  <a:pt x="322473" y="440680"/>
                  <a:pt x="364554" y="429518"/>
                  <a:pt x="402506" y="407194"/>
                </a:cubicBezTo>
                <a:lnTo>
                  <a:pt x="402506" y="508657"/>
                </a:lnTo>
                <a:cubicBezTo>
                  <a:pt x="364778" y="527186"/>
                  <a:pt x="315553" y="536451"/>
                  <a:pt x="254831" y="536451"/>
                </a:cubicBezTo>
                <a:cubicBezTo>
                  <a:pt x="176696" y="536451"/>
                  <a:pt x="114691" y="513066"/>
                  <a:pt x="68814" y="466297"/>
                </a:cubicBezTo>
                <a:cubicBezTo>
                  <a:pt x="22938" y="419528"/>
                  <a:pt x="0" y="357187"/>
                  <a:pt x="0" y="279276"/>
                </a:cubicBezTo>
                <a:cubicBezTo>
                  <a:pt x="0" y="197346"/>
                  <a:pt x="25617" y="130318"/>
                  <a:pt x="76851" y="78190"/>
                </a:cubicBezTo>
                <a:cubicBezTo>
                  <a:pt x="128085" y="26063"/>
                  <a:pt x="194221" y="0"/>
                  <a:pt x="275258" y="0"/>
                </a:cubicBezTo>
                <a:close/>
              </a:path>
            </a:pathLst>
          </a:custGeom>
          <a:noFill/>
          <a:ln w="15875">
            <a:solidFill>
              <a:schemeClr val="accent1">
                <a:alpha val="70000"/>
              </a:schemeClr>
            </a:solid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sz="2800" b="1">
              <a:ln w="15875">
                <a:solidFill>
                  <a:schemeClr val="tx1">
                    <a:alpha val="25000"/>
                  </a:schemeClr>
                </a:solidFill>
              </a:ln>
              <a:noFill/>
              <a:latin typeface="+mn-ea"/>
            </a:endParaRPr>
          </a:p>
        </p:txBody>
      </p:sp>
    </p:spTree>
    <p:custDataLst>
      <p:tags r:id="rId1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pattFill prst="pct30">
          <a:fgClr>
            <a:schemeClr val="accent3">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58420" y="577215"/>
            <a:ext cx="12132945" cy="6280150"/>
          </a:xfrm>
        </p:spPr>
        <p:txBody>
          <a:bodyPr>
            <a:normAutofit/>
          </a:bodyPr>
          <a:lstStyle/>
          <a:p>
            <a:pPr algn="l"/>
            <a:r>
              <a:rPr lang="zh-CN" altLang="en-US" sz="1600" spc="300" dirty="0">
                <a:solidFill>
                  <a:srgbClr val="612E29"/>
                </a:solidFill>
                <a:latin typeface="+mn-ea"/>
                <a:sym typeface="+mn-ea"/>
              </a:rPr>
              <a:t>想象一下，如果多辆自动驾驶汽车能排成整齐的队列，像火车一样行驶，就能减少风阻、提高通行效率。</a:t>
            </a:r>
            <a:br>
              <a:rPr lang="zh-CN" altLang="en-US" sz="1600" spc="300" dirty="0">
                <a:solidFill>
                  <a:srgbClr val="612E29"/>
                </a:solidFill>
                <a:latin typeface="+mn-ea"/>
                <a:sym typeface="+mn-ea"/>
              </a:rPr>
            </a:br>
            <a:r>
              <a:rPr lang="zh-CN" altLang="en-US" sz="1600" spc="300" dirty="0">
                <a:solidFill>
                  <a:srgbClr val="612E29"/>
                </a:solidFill>
                <a:latin typeface="+mn-ea"/>
                <a:sym typeface="+mn-ea"/>
              </a:rPr>
              <a:t>但要实现这个，车辆之间必须实时共享信息。问题是：不同的通信结构（全连还是部分断连），会对编队形成速度产生什么影响？这就是我们这篇论文研究的核心。</a:t>
            </a:r>
            <a:br>
              <a:rPr lang="zh-CN" altLang="en-US" sz="1600" spc="300" dirty="0">
                <a:solidFill>
                  <a:srgbClr val="612E29"/>
                </a:solidFill>
                <a:latin typeface="+mn-ea"/>
                <a:sym typeface="+mn-ea"/>
              </a:rPr>
            </a:br>
            <a:br>
              <a:rPr lang="zh-CN" altLang="en-US" sz="1600" spc="300" dirty="0">
                <a:solidFill>
                  <a:srgbClr val="612E29"/>
                </a:solidFill>
                <a:latin typeface="+mn-ea"/>
                <a:sym typeface="+mn-ea"/>
              </a:rPr>
            </a:br>
            <a:r>
              <a:rPr lang="zh-CN" altLang="en-US" sz="1800" spc="300" dirty="0">
                <a:solidFill>
                  <a:srgbClr val="612E29"/>
                </a:solidFill>
                <a:latin typeface="+mn-ea"/>
                <a:sym typeface="+mn-ea"/>
              </a:rPr>
              <a:t>具体来说，这篇论文主要研究了以下几个方面：</a:t>
            </a:r>
            <a:br>
              <a:rPr lang="zh-CN" altLang="en-US" sz="1800" spc="300" dirty="0">
                <a:solidFill>
                  <a:srgbClr val="612E29"/>
                </a:solidFill>
                <a:latin typeface="+mn-ea"/>
                <a:sym typeface="+mn-ea"/>
              </a:rPr>
            </a:br>
            <a:br>
              <a:rPr lang="zh-CN" altLang="en-US" sz="1800" spc="300" dirty="0">
                <a:solidFill>
                  <a:srgbClr val="612E29"/>
                </a:solidFill>
                <a:latin typeface="+mn-ea"/>
                <a:sym typeface="+mn-ea"/>
              </a:rPr>
            </a:br>
            <a:r>
              <a:rPr lang="zh-CN" altLang="en-US" sz="1800" spc="300" dirty="0">
                <a:solidFill>
                  <a:srgbClr val="612E29"/>
                </a:solidFill>
                <a:latin typeface="+mn-ea"/>
                <a:sym typeface="+mn-ea"/>
              </a:rPr>
              <a:t>研究问题：在车辆可以通过通信网络互相</a:t>
            </a:r>
            <a:r>
              <a:rPr lang="en-US" altLang="zh-CN" sz="1800" spc="300" dirty="0">
                <a:solidFill>
                  <a:srgbClr val="612E29"/>
                </a:solidFill>
                <a:latin typeface="+mn-ea"/>
                <a:sym typeface="+mn-ea"/>
              </a:rPr>
              <a:t>“</a:t>
            </a:r>
            <a:r>
              <a:rPr lang="zh-CN" altLang="en-US" sz="1800" spc="300" dirty="0">
                <a:solidFill>
                  <a:srgbClr val="612E29"/>
                </a:solidFill>
                <a:latin typeface="+mn-ea"/>
                <a:sym typeface="+mn-ea"/>
              </a:rPr>
              <a:t>对话</a:t>
            </a:r>
            <a:r>
              <a:rPr lang="en-US" altLang="zh-CN" sz="1800" spc="300" dirty="0">
                <a:solidFill>
                  <a:srgbClr val="612E29"/>
                </a:solidFill>
                <a:latin typeface="+mn-ea"/>
                <a:sym typeface="+mn-ea"/>
              </a:rPr>
              <a:t>”</a:t>
            </a:r>
            <a:r>
              <a:rPr lang="zh-CN" altLang="en-US" sz="1800" spc="300" dirty="0">
                <a:solidFill>
                  <a:srgbClr val="612E29"/>
                </a:solidFill>
                <a:latin typeface="+mn-ea"/>
                <a:sym typeface="+mn-ea"/>
              </a:rPr>
              <a:t>的环境下，通信网络的结构会如何影响车辆形成队列的效果（如收敛速度和鲁棒性）。同时，它考虑了车辆在纵向（前后）和横向（左右）两个方向上的协同控制。</a:t>
            </a:r>
            <a:br>
              <a:rPr lang="zh-CN" altLang="en-US" sz="1800" spc="300" dirty="0">
                <a:solidFill>
                  <a:srgbClr val="612E29"/>
                </a:solidFill>
                <a:latin typeface="+mn-ea"/>
                <a:sym typeface="+mn-ea"/>
              </a:rPr>
            </a:br>
            <a:br>
              <a:rPr lang="zh-CN" altLang="en-US" sz="1800" spc="300" dirty="0">
                <a:solidFill>
                  <a:srgbClr val="612E29"/>
                </a:solidFill>
                <a:latin typeface="+mn-ea"/>
                <a:sym typeface="+mn-ea"/>
              </a:rPr>
            </a:br>
            <a:r>
              <a:rPr lang="zh-CN" altLang="en-US" sz="1800" spc="300" dirty="0">
                <a:solidFill>
                  <a:srgbClr val="612E29"/>
                </a:solidFill>
                <a:latin typeface="+mn-ea"/>
                <a:sym typeface="+mn-ea"/>
              </a:rPr>
              <a:t>实验与发现：通过数值仿真，对比了两种通信网络拓扑：</a:t>
            </a:r>
            <a:br>
              <a:rPr lang="zh-CN" altLang="en-US" sz="1800" spc="300" dirty="0">
                <a:solidFill>
                  <a:srgbClr val="612E29"/>
                </a:solidFill>
                <a:latin typeface="+mn-ea"/>
                <a:sym typeface="+mn-ea"/>
              </a:rPr>
            </a:br>
            <a:r>
              <a:rPr lang="zh-CN" altLang="en-US" sz="1800" spc="300" dirty="0">
                <a:solidFill>
                  <a:srgbClr val="612E29"/>
                </a:solidFill>
                <a:latin typeface="+mn-ea"/>
                <a:sym typeface="+mn-ea"/>
              </a:rPr>
              <a:t>结论：在两种网络下，车辆最终都能形成队列，但网络结构越简单（连接越少），车辆间的相互影响越小，收敛速度反而更快。</a:t>
            </a:r>
            <a:br>
              <a:rPr lang="zh-CN" altLang="en-US" sz="1800" spc="300" dirty="0">
                <a:solidFill>
                  <a:srgbClr val="612E29"/>
                </a:solidFill>
                <a:latin typeface="+mn-ea"/>
                <a:sym typeface="+mn-ea"/>
              </a:rPr>
            </a:br>
            <a:r>
              <a:rPr lang="zh-CN" altLang="en-US" sz="1800" spc="300" dirty="0">
                <a:solidFill>
                  <a:srgbClr val="612E29"/>
                </a:solidFill>
                <a:latin typeface="+mn-ea"/>
                <a:sym typeface="+mn-ea"/>
              </a:rPr>
              <a:t>同时，系统的鲁棒性（抗干扰能力）在不同网络下都能得到保证。</a:t>
            </a:r>
            <a:br>
              <a:rPr lang="zh-CN" altLang="en-US" sz="1800" spc="300" dirty="0">
                <a:solidFill>
                  <a:srgbClr val="612E29"/>
                </a:solidFill>
                <a:latin typeface="+mn-ea"/>
                <a:sym typeface="+mn-ea"/>
              </a:rPr>
            </a:br>
            <a:br>
              <a:rPr lang="zh-CN" altLang="en-US" sz="1800" spc="300" dirty="0">
                <a:solidFill>
                  <a:schemeClr val="accent4">
                    <a:lumMod val="75000"/>
                  </a:schemeClr>
                </a:solidFill>
                <a:latin typeface="+mn-ea"/>
                <a:sym typeface="+mn-ea"/>
              </a:rPr>
            </a:br>
            <a:r>
              <a:rPr lang="zh-CN" altLang="en-US" sz="1800" spc="300" dirty="0">
                <a:solidFill>
                  <a:srgbClr val="612E29"/>
                </a:solidFill>
                <a:latin typeface="+mn-ea"/>
                <a:sym typeface="+mn-ea"/>
              </a:rPr>
              <a:t>论文中给出了公式与结论，我们要做的就是</a:t>
            </a:r>
            <a:r>
              <a:rPr lang="zh-CN" altLang="en-US" sz="1800" spc="300" dirty="0">
                <a:solidFill>
                  <a:srgbClr val="612E29"/>
                </a:solidFill>
                <a:highlight>
                  <a:srgbClr val="FFFF00"/>
                </a:highlight>
                <a:latin typeface="+mn-ea"/>
                <a:sym typeface="+mn-ea"/>
              </a:rPr>
              <a:t>推导公式</a:t>
            </a:r>
            <a:r>
              <a:rPr lang="zh-CN" altLang="en-US" sz="1800" spc="300" dirty="0">
                <a:solidFill>
                  <a:srgbClr val="612E29"/>
                </a:solidFill>
                <a:latin typeface="+mn-ea"/>
                <a:sym typeface="+mn-ea"/>
              </a:rPr>
              <a:t>与</a:t>
            </a:r>
            <a:r>
              <a:rPr lang="zh-CN" altLang="en-US" sz="1800" spc="300" dirty="0">
                <a:solidFill>
                  <a:srgbClr val="612E29"/>
                </a:solidFill>
                <a:highlight>
                  <a:srgbClr val="FFFF00"/>
                </a:highlight>
                <a:latin typeface="+mn-ea"/>
                <a:sym typeface="+mn-ea"/>
              </a:rPr>
              <a:t>复现论文</a:t>
            </a:r>
            <a:r>
              <a:rPr lang="zh-CN" altLang="en-US" sz="1800" spc="300" dirty="0">
                <a:solidFill>
                  <a:srgbClr val="612E29"/>
                </a:solidFill>
                <a:latin typeface="+mn-ea"/>
                <a:sym typeface="+mn-ea"/>
              </a:rPr>
              <a:t>，最后用</a:t>
            </a:r>
            <a:r>
              <a:rPr lang="zh-CN" altLang="en-US" sz="1800" spc="300" dirty="0">
                <a:solidFill>
                  <a:srgbClr val="612E29"/>
                </a:solidFill>
                <a:highlight>
                  <a:srgbClr val="FFFF00"/>
                </a:highlight>
                <a:latin typeface="+mn-ea"/>
                <a:sym typeface="+mn-ea"/>
              </a:rPr>
              <a:t>代码结果证明结论</a:t>
            </a:r>
            <a:r>
              <a:rPr lang="zh-CN" altLang="en-US" sz="1800" spc="300" dirty="0">
                <a:solidFill>
                  <a:srgbClr val="612E29"/>
                </a:solidFill>
                <a:latin typeface="+mn-ea"/>
                <a:sym typeface="+mn-ea"/>
              </a:rPr>
              <a:t>。</a:t>
            </a:r>
            <a:endParaRPr lang="zh-CN" altLang="en-US" sz="1800" spc="300" dirty="0">
              <a:solidFill>
                <a:srgbClr val="612E29"/>
              </a:solidFill>
              <a:latin typeface="+mn-ea"/>
              <a:sym typeface="+mn-ea"/>
            </a:endParaRPr>
          </a:p>
        </p:txBody>
      </p:sp>
      <p:sp>
        <p:nvSpPr>
          <p:cNvPr id="10" name="标题"/>
          <p:cNvSpPr>
            <a:spLocks noGrp="1"/>
          </p:cNvSpPr>
          <p:nvPr>
            <p:custDataLst>
              <p:tags r:id="rId2"/>
            </p:custDataLst>
          </p:nvPr>
        </p:nvSpPr>
        <p:spPr>
          <a:xfrm>
            <a:off x="-962660" y="0"/>
            <a:ext cx="5784215" cy="1169670"/>
          </a:xfrm>
          <a:prstGeom prst="rect">
            <a:avLst/>
          </a:prstGeom>
        </p:spPr>
        <p:txBody>
          <a:bodyPr vert="horz" wrap="square" lIns="90000" tIns="46800" rIns="90000" bIns="46800" rtlCol="0" anchor="t">
            <a:normAutofit/>
          </a:bodyPr>
          <a:lstStyle>
            <a:lvl1pPr algn="ctr" defTabSz="914400" rtl="0" eaLnBrk="1" latinLnBrk="0" hangingPunct="1">
              <a:lnSpc>
                <a:spcPct val="100000"/>
              </a:lnSpc>
              <a:spcBef>
                <a:spcPct val="0"/>
              </a:spcBef>
              <a:buNone/>
              <a:defRPr sz="5200" b="1" kern="1200">
                <a:solidFill>
                  <a:schemeClr val="tx1">
                    <a:lumMod val="85000"/>
                    <a:lumOff val="15000"/>
                  </a:schemeClr>
                </a:solidFill>
                <a:latin typeface="+mj-lt"/>
                <a:ea typeface="+mj-ea"/>
                <a:cs typeface="+mj-cs"/>
              </a:defRPr>
            </a:lvl1pPr>
          </a:lstStyle>
          <a:p>
            <a:pPr algn="ctr"/>
            <a:r>
              <a:rPr lang="en-US" altLang="zh-CN" sz="2400" spc="300" dirty="0">
                <a:latin typeface="+mn-ea"/>
                <a:sym typeface="+mn-ea"/>
              </a:rPr>
              <a:t>      01 </a:t>
            </a:r>
            <a:r>
              <a:rPr lang="zh-CN" altLang="en-US" sz="2400" spc="300" dirty="0">
                <a:latin typeface="+mn-ea"/>
                <a:sym typeface="+mn-ea"/>
              </a:rPr>
              <a:t>论文背景介绍及研究问题</a:t>
            </a:r>
            <a:endParaRPr lang="zh-CN" altLang="en-US" sz="2400" spc="300" dirty="0">
              <a:latin typeface="+mn-ea"/>
              <a:sym typeface="+mn-ea"/>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p:sp>
        <p:nvSpPr>
          <p:cNvPr id="6" name="标题 5"/>
          <p:cNvSpPr/>
          <p:nvPr>
            <p:ph type="title"/>
            <p:custDataLst>
              <p:tags r:id="rId1"/>
            </p:custDataLst>
          </p:nvPr>
        </p:nvSpPr>
        <p:spPr>
          <a:xfrm>
            <a:off x="-820238" y="50677"/>
            <a:ext cx="7725045" cy="1159200"/>
          </a:xfrm>
        </p:spPr>
        <p:txBody>
          <a:bodyPr>
            <a:normAutofit/>
          </a:bodyPr>
          <a:p>
            <a:r>
              <a:rPr lang="en-US" altLang="zh-CN" sz="2400" spc="300" dirty="0">
                <a:latin typeface="+mn-ea"/>
                <a:sym typeface="+mn-ea"/>
              </a:rPr>
              <a:t>     02 </a:t>
            </a:r>
            <a:r>
              <a:rPr lang="zh-CN" altLang="en-US" sz="2400" spc="300" dirty="0">
                <a:latin typeface="+mn-ea"/>
                <a:sym typeface="+mn-ea"/>
              </a:rPr>
              <a:t>解释复现方法</a:t>
            </a:r>
            <a:r>
              <a:rPr lang="en-US" altLang="zh-CN" sz="2400" spc="300" dirty="0">
                <a:latin typeface="+mn-ea"/>
                <a:sym typeface="+mn-ea"/>
              </a:rPr>
              <a:t> —— </a:t>
            </a:r>
            <a:r>
              <a:rPr lang="zh-CN" altLang="en-US" sz="2400" spc="300" dirty="0">
                <a:latin typeface="+mn-ea"/>
                <a:sym typeface="+mn-ea"/>
              </a:rPr>
              <a:t>怎么让车</a:t>
            </a:r>
            <a:r>
              <a:rPr lang="en-US" altLang="zh-CN" sz="2400" spc="300" dirty="0">
                <a:latin typeface="+mn-ea"/>
                <a:sym typeface="+mn-ea"/>
              </a:rPr>
              <a:t>“</a:t>
            </a:r>
            <a:r>
              <a:rPr lang="zh-CN" altLang="en-US" sz="2400" spc="300" dirty="0">
                <a:latin typeface="+mn-ea"/>
                <a:sym typeface="+mn-ea"/>
              </a:rPr>
              <a:t>听话</a:t>
            </a:r>
            <a:r>
              <a:rPr lang="en-US" altLang="zh-CN" sz="2400" spc="300" dirty="0">
                <a:latin typeface="+mn-ea"/>
                <a:sym typeface="+mn-ea"/>
              </a:rPr>
              <a:t>”</a:t>
            </a:r>
            <a:endParaRPr lang="zh-CN" altLang="en-US" sz="2400"/>
          </a:p>
        </p:txBody>
      </p:sp>
      <p:sp>
        <p:nvSpPr>
          <p:cNvPr id="7" name="文本框 6"/>
          <p:cNvSpPr txBox="1"/>
          <p:nvPr/>
        </p:nvSpPr>
        <p:spPr>
          <a:xfrm>
            <a:off x="109855" y="804545"/>
            <a:ext cx="12002770" cy="5905500"/>
          </a:xfrm>
          <a:prstGeom prst="rect">
            <a:avLst/>
          </a:prstGeom>
          <a:noFill/>
        </p:spPr>
        <p:txBody>
          <a:bodyPr wrap="square" rtlCol="0" anchor="t">
            <a:noAutofit/>
          </a:bodyPr>
          <a:p>
            <a:r>
              <a:rPr lang="zh-CN" altLang="en-US" b="1">
                <a:solidFill>
                  <a:srgbClr val="612E29"/>
                </a:solidFill>
              </a:rPr>
              <a:t>核心方法：</a:t>
            </a:r>
            <a:endParaRPr lang="zh-CN" altLang="en-US" b="1">
              <a:solidFill>
                <a:srgbClr val="612E29"/>
              </a:solidFill>
            </a:endParaRPr>
          </a:p>
          <a:p>
            <a:endParaRPr lang="zh-CN" altLang="en-US" b="1">
              <a:solidFill>
                <a:srgbClr val="612E29"/>
              </a:solidFill>
            </a:endParaRPr>
          </a:p>
          <a:p>
            <a:r>
              <a:rPr lang="zh-CN" altLang="en-US" b="1">
                <a:solidFill>
                  <a:srgbClr val="612E29"/>
                </a:solidFill>
              </a:rPr>
              <a:t>作者设计了一个基于反馈的控制协议。简单说，就是每辆车根据自己和邻居车辆（包括领航车）的位置、速度差异，实时调整自己的加减速和转向，最终让所有车的速度保持一致，并且保持期望的纵向和横向间距。</a:t>
            </a:r>
            <a:endParaRPr lang="zh-CN" altLang="en-US" b="1">
              <a:solidFill>
                <a:srgbClr val="612E29"/>
              </a:solidFill>
            </a:endParaRPr>
          </a:p>
          <a:p>
            <a:endParaRPr lang="zh-CN" altLang="en-US" b="1">
              <a:solidFill>
                <a:srgbClr val="612E29"/>
              </a:solidFill>
            </a:endParaRPr>
          </a:p>
          <a:p>
            <a:r>
              <a:rPr lang="zh-CN" altLang="en-US" b="1">
                <a:solidFill>
                  <a:srgbClr val="612E29"/>
                </a:solidFill>
              </a:rPr>
              <a:t>用图论来描述车辆间的通信网络。</a:t>
            </a:r>
            <a:endParaRPr lang="zh-CN" altLang="en-US" b="1">
              <a:solidFill>
                <a:srgbClr val="612E29"/>
              </a:solidFill>
            </a:endParaRPr>
          </a:p>
          <a:p>
            <a:endParaRPr lang="zh-CN" altLang="en-US" b="1">
              <a:solidFill>
                <a:srgbClr val="612E29"/>
              </a:solidFill>
            </a:endParaRPr>
          </a:p>
          <a:p>
            <a:r>
              <a:rPr lang="zh-CN" altLang="en-US" b="1">
                <a:solidFill>
                  <a:srgbClr val="612E29"/>
                </a:solidFill>
              </a:rPr>
              <a:t>用李雅普诺夫方法等数学工具，证明了在这种控制协议下，整个车队系统是稳定的，最终能达到</a:t>
            </a:r>
            <a:r>
              <a:rPr lang="en-US" altLang="zh-CN" b="1">
                <a:solidFill>
                  <a:srgbClr val="612E29"/>
                </a:solidFill>
              </a:rPr>
              <a:t>“</a:t>
            </a:r>
            <a:r>
              <a:rPr lang="zh-CN" altLang="en-US" b="1">
                <a:solidFill>
                  <a:srgbClr val="612E29"/>
                </a:solidFill>
              </a:rPr>
              <a:t>一致性</a:t>
            </a:r>
            <a:r>
              <a:rPr lang="en-US" altLang="zh-CN" b="1">
                <a:solidFill>
                  <a:srgbClr val="612E29"/>
                </a:solidFill>
              </a:rPr>
              <a:t>”</a:t>
            </a:r>
            <a:r>
              <a:rPr lang="zh-CN" altLang="en-US" b="1">
                <a:solidFill>
                  <a:srgbClr val="612E29"/>
                </a:solidFill>
              </a:rPr>
              <a:t>状态（即所有车同速、间距固定）。</a:t>
            </a:r>
            <a:endParaRPr lang="zh-CN" altLang="en-US" b="1">
              <a:solidFill>
                <a:srgbClr val="612E29"/>
              </a:solidFill>
            </a:endParaRPr>
          </a:p>
          <a:p>
            <a:endParaRPr lang="zh-CN" altLang="en-US" b="1">
              <a:solidFill>
                <a:srgbClr val="612E29"/>
              </a:solidFill>
            </a:endParaRPr>
          </a:p>
          <a:p>
            <a:r>
              <a:rPr lang="zh-CN" altLang="en-US" b="1">
                <a:solidFill>
                  <a:srgbClr val="612E29"/>
                </a:solidFill>
              </a:rPr>
              <a:t>论文中有两个公式，核心控制协议</a:t>
            </a:r>
            <a:r>
              <a:rPr lang="en-US" altLang="zh-CN" b="1">
                <a:solidFill>
                  <a:srgbClr val="612E29"/>
                </a:solidFill>
              </a:rPr>
              <a:t> </a:t>
            </a:r>
            <a:r>
              <a:rPr lang="zh-CN" altLang="en-US" b="1">
                <a:solidFill>
                  <a:srgbClr val="612E29"/>
                </a:solidFill>
              </a:rPr>
              <a:t>和</a:t>
            </a:r>
            <a:r>
              <a:rPr lang="en-US" altLang="zh-CN" b="1">
                <a:solidFill>
                  <a:srgbClr val="612E29"/>
                </a:solidFill>
              </a:rPr>
              <a:t> </a:t>
            </a:r>
            <a:r>
              <a:rPr lang="zh-CN" altLang="en-US" b="1">
                <a:solidFill>
                  <a:srgbClr val="612E29"/>
                </a:solidFill>
              </a:rPr>
              <a:t>误差动态方程。其中</a:t>
            </a:r>
            <a:r>
              <a:rPr lang="zh-CN" altLang="en-US" b="1">
                <a:solidFill>
                  <a:srgbClr val="612E29"/>
                </a:solidFill>
                <a:sym typeface="+mn-ea"/>
              </a:rPr>
              <a:t>误差动态方程</a:t>
            </a:r>
            <a:r>
              <a:rPr lang="zh-CN" altLang="en-US" b="1">
                <a:solidFill>
                  <a:srgbClr val="612E29"/>
                </a:solidFill>
              </a:rPr>
              <a:t>是为了分析稳定性而推导的方程，把控制协议代入系统后，即可得到关于误差的微分方程。理解</a:t>
            </a:r>
            <a:r>
              <a:rPr lang="en-US" altLang="zh-CN" b="1">
                <a:solidFill>
                  <a:srgbClr val="612E29"/>
                </a:solidFill>
              </a:rPr>
              <a:t> </a:t>
            </a:r>
            <a:r>
              <a:rPr lang="zh-CN" altLang="en-US" b="1">
                <a:solidFill>
                  <a:srgbClr val="612E29"/>
                </a:solidFill>
                <a:sym typeface="+mn-ea"/>
              </a:rPr>
              <a:t>核心控制协议</a:t>
            </a:r>
            <a:r>
              <a:rPr lang="en-US" altLang="zh-CN" b="1">
                <a:solidFill>
                  <a:srgbClr val="612E29"/>
                </a:solidFill>
                <a:sym typeface="+mn-ea"/>
              </a:rPr>
              <a:t> </a:t>
            </a:r>
            <a:r>
              <a:rPr lang="zh-CN" altLang="en-US" b="1">
                <a:solidFill>
                  <a:srgbClr val="612E29"/>
                </a:solidFill>
                <a:sym typeface="+mn-ea"/>
              </a:rPr>
              <a:t>便能理解</a:t>
            </a:r>
            <a:r>
              <a:rPr lang="en-US" altLang="zh-CN" b="1">
                <a:solidFill>
                  <a:srgbClr val="612E29"/>
                </a:solidFill>
                <a:sym typeface="+mn-ea"/>
              </a:rPr>
              <a:t> </a:t>
            </a:r>
            <a:r>
              <a:rPr lang="zh-CN" altLang="en-US" b="1">
                <a:solidFill>
                  <a:srgbClr val="612E29"/>
                </a:solidFill>
                <a:sym typeface="+mn-ea"/>
              </a:rPr>
              <a:t>误差动态方程。</a:t>
            </a:r>
            <a:endParaRPr lang="en-US" altLang="zh-CN" b="1">
              <a:solidFill>
                <a:srgbClr val="612E29"/>
              </a:solidFill>
            </a:endParaRPr>
          </a:p>
          <a:p>
            <a:endParaRPr lang="zh-CN" altLang="en-US" b="1">
              <a:solidFill>
                <a:srgbClr val="612E29"/>
              </a:solidFill>
            </a:endParaRPr>
          </a:p>
          <a:p>
            <a:endParaRPr lang="zh-CN" altLang="en-US"/>
          </a:p>
          <a:p>
            <a:r>
              <a:rPr lang="zh-CN" altLang="en-US" sz="2400" b="1">
                <a:solidFill>
                  <a:schemeClr val="accent3">
                    <a:lumMod val="75000"/>
                  </a:schemeClr>
                </a:solidFill>
              </a:rPr>
              <a:t>接下来让我们</a:t>
            </a:r>
            <a:r>
              <a:rPr lang="zh-CN" altLang="en-US" sz="2400" b="1">
                <a:solidFill>
                  <a:schemeClr val="accent3">
                    <a:lumMod val="75000"/>
                  </a:schemeClr>
                </a:solidFill>
              </a:rPr>
              <a:t>专注于解释这个公式：核心控制协议</a:t>
            </a:r>
            <a:endParaRPr lang="zh-CN" altLang="en-US" sz="2400" b="1">
              <a:solidFill>
                <a:schemeClr val="accent3">
                  <a:lumMod val="75000"/>
                </a:schemeClr>
              </a:solidFill>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49000"/>
          </a:blip>
          <a:tile tx="0" ty="0" sx="100000" sy="100000" flip="none" algn="tl"/>
        </a:blipFill>
        <a:effectLst/>
      </p:bgPr>
    </p:bg>
    <p:spTree>
      <p:nvGrpSpPr>
        <p:cNvPr id="1" name=""/>
        <p:cNvGrpSpPr/>
        <p:nvPr/>
      </p:nvGrpSpPr>
      <p:grpSpPr/>
      <p:sp>
        <p:nvSpPr>
          <p:cNvPr id="2" name="标题 1"/>
          <p:cNvSpPr>
            <a:spLocks noGrp="1"/>
          </p:cNvSpPr>
          <p:nvPr>
            <p:ph type="title"/>
            <p:custDataLst>
              <p:tags r:id="rId2"/>
            </p:custDataLst>
          </p:nvPr>
        </p:nvSpPr>
        <p:spPr>
          <a:xfrm>
            <a:off x="56515" y="66675"/>
            <a:ext cx="12136120" cy="6725285"/>
          </a:xfrm>
        </p:spPr>
        <p:txBody>
          <a:bodyPr/>
          <a:p>
            <a:pPr algn="l"/>
            <a:r>
              <a:rPr lang="en-US" altLang="zh-CN" sz="2400" spc="300" dirty="0">
                <a:latin typeface="+mn-ea"/>
                <a:sym typeface="+mn-ea"/>
              </a:rPr>
              <a:t>02 </a:t>
            </a:r>
            <a:r>
              <a:rPr lang="zh-CN" altLang="en-US" sz="2400" spc="300" dirty="0">
                <a:latin typeface="+mn-ea"/>
                <a:sym typeface="+mn-ea"/>
              </a:rPr>
              <a:t>解释复现方法</a:t>
            </a:r>
            <a:r>
              <a:rPr lang="en-US" altLang="zh-CN" sz="2400" spc="300" dirty="0">
                <a:latin typeface="+mn-ea"/>
                <a:sym typeface="+mn-ea"/>
              </a:rPr>
              <a:t> —— </a:t>
            </a:r>
            <a:r>
              <a:rPr lang="zh-CN" altLang="en-US" sz="2400" spc="300" dirty="0">
                <a:latin typeface="+mn-ea"/>
                <a:sym typeface="+mn-ea"/>
              </a:rPr>
              <a:t>怎么让车</a:t>
            </a:r>
            <a:r>
              <a:rPr lang="en-US" altLang="zh-CN" sz="2400" spc="300" dirty="0">
                <a:latin typeface="+mn-ea"/>
                <a:sym typeface="+mn-ea"/>
              </a:rPr>
              <a:t>“</a:t>
            </a:r>
            <a:r>
              <a:rPr lang="zh-CN" altLang="en-US" sz="2400" spc="300" dirty="0">
                <a:latin typeface="+mn-ea"/>
                <a:sym typeface="+mn-ea"/>
              </a:rPr>
              <a:t>听话</a:t>
            </a:r>
            <a:r>
              <a:rPr lang="en-US" altLang="zh-CN" sz="2400" spc="300" dirty="0">
                <a:latin typeface="+mn-ea"/>
                <a:sym typeface="+mn-ea"/>
              </a:rPr>
              <a:t>”</a:t>
            </a:r>
            <a:br>
              <a:rPr lang="en-US" altLang="zh-CN" sz="2400" spc="300" dirty="0">
                <a:latin typeface="+mn-ea"/>
                <a:sym typeface="+mn-ea"/>
              </a:rPr>
            </a:br>
            <a:endParaRPr lang="zh-CN" altLang="en-US" sz="2400"/>
          </a:p>
        </p:txBody>
      </p:sp>
      <p:pic>
        <p:nvPicPr>
          <p:cNvPr id="4" name="图片 3"/>
          <p:cNvPicPr>
            <a:picLocks noChangeAspect="1"/>
          </p:cNvPicPr>
          <p:nvPr/>
        </p:nvPicPr>
        <p:blipFill>
          <a:blip r:embed="rId3"/>
          <a:stretch>
            <a:fillRect/>
          </a:stretch>
        </p:blipFill>
        <p:spPr>
          <a:xfrm>
            <a:off x="109855" y="611505"/>
            <a:ext cx="6553200" cy="1390650"/>
          </a:xfrm>
          <a:prstGeom prst="rect">
            <a:avLst/>
          </a:prstGeom>
        </p:spPr>
      </p:pic>
      <p:pic>
        <p:nvPicPr>
          <p:cNvPr id="5" name="图片 4"/>
          <p:cNvPicPr>
            <a:picLocks noChangeAspect="1"/>
          </p:cNvPicPr>
          <p:nvPr/>
        </p:nvPicPr>
        <p:blipFill>
          <a:blip r:embed="rId4"/>
          <a:stretch>
            <a:fillRect/>
          </a:stretch>
        </p:blipFill>
        <p:spPr>
          <a:xfrm>
            <a:off x="109855" y="2002155"/>
            <a:ext cx="6553200" cy="4881880"/>
          </a:xfrm>
          <a:prstGeom prst="rect">
            <a:avLst/>
          </a:prstGeom>
        </p:spPr>
      </p:pic>
      <p:sp>
        <p:nvSpPr>
          <p:cNvPr id="6" name="文本框 5"/>
          <p:cNvSpPr txBox="1"/>
          <p:nvPr/>
        </p:nvSpPr>
        <p:spPr>
          <a:xfrm>
            <a:off x="6766560" y="0"/>
            <a:ext cx="5425440" cy="3604895"/>
          </a:xfrm>
          <a:prstGeom prst="rect">
            <a:avLst/>
          </a:prstGeom>
          <a:noFill/>
        </p:spPr>
        <p:txBody>
          <a:bodyPr wrap="square" rtlCol="0">
            <a:noAutofit/>
          </a:bodyPr>
          <a:p>
            <a:r>
              <a:rPr lang="en-US" altLang="zh-CN" sz="1400"/>
              <a:t>    </a:t>
            </a:r>
            <a:r>
              <a:rPr lang="zh-CN" altLang="en-US" sz="1400"/>
              <a:t>这个公式由</a:t>
            </a:r>
            <a:r>
              <a:rPr lang="en-US" altLang="zh-CN" sz="1400"/>
              <a:t> </a:t>
            </a:r>
            <a:r>
              <a:rPr lang="zh-CN" altLang="en-US" sz="1400" b="1">
                <a:solidFill>
                  <a:schemeClr val="tx1"/>
                </a:solidFill>
                <a:highlight>
                  <a:srgbClr val="FFFF00"/>
                </a:highlight>
              </a:rPr>
              <a:t>两个负反馈项</a:t>
            </a:r>
            <a:r>
              <a:rPr lang="en-US" altLang="zh-CN" sz="1400"/>
              <a:t> </a:t>
            </a:r>
            <a:r>
              <a:rPr lang="zh-CN" altLang="en-US" sz="1400"/>
              <a:t>组成，前面都有一个负号，表示</a:t>
            </a:r>
            <a:r>
              <a:rPr lang="en-US" altLang="zh-CN" sz="1400"/>
              <a:t>“</a:t>
            </a:r>
            <a:r>
              <a:rPr lang="zh-CN" altLang="en-US" sz="1400"/>
              <a:t>朝误差减小的方向加速</a:t>
            </a:r>
            <a:r>
              <a:rPr lang="en-US" altLang="zh-CN" sz="1400"/>
              <a:t>”</a:t>
            </a:r>
            <a:r>
              <a:rPr lang="zh-CN" altLang="en-US" sz="1400"/>
              <a:t>。</a:t>
            </a:r>
            <a:r>
              <a:rPr lang="en-US" altLang="zh-CN" sz="1400"/>
              <a:t>  </a:t>
            </a:r>
            <a:endParaRPr lang="zh-CN" altLang="en-US" sz="1400"/>
          </a:p>
          <a:p>
            <a:r>
              <a:rPr lang="en-US" altLang="zh-CN" sz="1400"/>
              <a:t>    </a:t>
            </a:r>
            <a:r>
              <a:rPr lang="zh-CN" altLang="en-US" sz="1400"/>
              <a:t>论文公式</a:t>
            </a:r>
            <a:r>
              <a:rPr lang="en-US" altLang="zh-CN" sz="1400"/>
              <a:t> (3) </a:t>
            </a:r>
            <a:r>
              <a:rPr lang="zh-CN" altLang="en-US" sz="1400"/>
              <a:t>的</a:t>
            </a:r>
            <a:r>
              <a:rPr lang="en-US" altLang="zh-CN" sz="1400"/>
              <a:t> β </a:t>
            </a:r>
            <a:r>
              <a:rPr lang="zh-CN" altLang="en-US" sz="1400"/>
              <a:t>和</a:t>
            </a:r>
            <a:r>
              <a:rPr lang="en-US" altLang="zh-CN" sz="1400"/>
              <a:t> γ </a:t>
            </a:r>
            <a:r>
              <a:rPr lang="zh-CN" altLang="en-US" sz="1400"/>
              <a:t>就是</a:t>
            </a:r>
            <a:r>
              <a:rPr lang="zh-CN" altLang="en-US" sz="1400" b="1">
                <a:highlight>
                  <a:srgbClr val="FFFF00"/>
                </a:highlight>
              </a:rPr>
              <a:t>速度差增益参数</a:t>
            </a:r>
            <a:r>
              <a:rPr lang="zh-CN" altLang="en-US" sz="1400"/>
              <a:t>，它决定了多智能体系统收敛的快慢。</a:t>
            </a:r>
            <a:r>
              <a:rPr lang="en-US" altLang="zh-CN" sz="1400"/>
              <a:t>β </a:t>
            </a:r>
            <a:r>
              <a:rPr lang="zh-CN" altLang="en-US" sz="1400"/>
              <a:t>和</a:t>
            </a:r>
            <a:r>
              <a:rPr lang="en-US" altLang="zh-CN" sz="1400"/>
              <a:t> γ</a:t>
            </a:r>
            <a:r>
              <a:rPr lang="zh-CN" altLang="en-US" sz="1400"/>
              <a:t>越大，信息流动越快，编队收敛越快。这里把位置和速度的系数分开了。</a:t>
            </a:r>
            <a:endParaRPr lang="zh-CN" altLang="en-US" sz="1400"/>
          </a:p>
          <a:p>
            <a:r>
              <a:rPr lang="zh-CN" altLang="en-US" sz="1400"/>
              <a:t> </a:t>
            </a:r>
            <a:r>
              <a:rPr lang="en-US" altLang="zh-CN" sz="1400"/>
              <a:t>   </a:t>
            </a:r>
            <a:r>
              <a:rPr lang="zh-CN" altLang="en-US" sz="1400"/>
              <a:t>但如果增益太大，系统会变得</a:t>
            </a:r>
            <a:r>
              <a:rPr lang="en-US" altLang="zh-CN" sz="1400"/>
              <a:t> ”</a:t>
            </a:r>
            <a:r>
              <a:rPr lang="zh-CN" altLang="en-US" sz="1400"/>
              <a:t>震荡甚至不稳定</a:t>
            </a:r>
            <a:r>
              <a:rPr lang="en-US" altLang="zh-CN" sz="1400"/>
              <a:t>“——</a:t>
            </a:r>
            <a:r>
              <a:rPr lang="zh-CN" altLang="en-US" sz="1400"/>
              <a:t>就像开车时看到前车减速你就猛踩刹车，结果车身会晃。所以论文里会选择合适的增益，平衡速度和稳定性。</a:t>
            </a:r>
            <a:endParaRPr lang="zh-CN" altLang="en-US" sz="1400"/>
          </a:p>
          <a:p>
            <a:r>
              <a:rPr lang="en-US" altLang="zh-CN" sz="1400"/>
              <a:t>    </a:t>
            </a:r>
            <a:r>
              <a:rPr lang="zh-CN" altLang="en-US" sz="1400"/>
              <a:t>邻居项，当相对距离大于期望值的时候，就会产生负加速度，拉近距离。领导项，相对距离大于期望值的时候，也是产生负的加速度，拉近距离。这里的期望值</a:t>
            </a:r>
            <a:r>
              <a:rPr lang="zh-CN" altLang="en-US" sz="1400" b="1">
                <a:highlight>
                  <a:srgbClr val="FFFF00"/>
                </a:highlight>
              </a:rPr>
              <a:t>符号</a:t>
            </a:r>
            <a:r>
              <a:rPr lang="zh-CN" altLang="en-US" sz="1400"/>
              <a:t>是不一样的！</a:t>
            </a:r>
            <a:endParaRPr lang="zh-CN" altLang="en-US" sz="1400"/>
          </a:p>
          <a:p>
            <a:r>
              <a:rPr lang="en-US" altLang="zh-CN" sz="1400"/>
              <a:t>    </a:t>
            </a:r>
            <a:r>
              <a:rPr lang="zh-CN" altLang="en-US" sz="1400"/>
              <a:t>这个公式本质上是</a:t>
            </a:r>
            <a:r>
              <a:rPr lang="en-US" altLang="zh-CN" sz="1400"/>
              <a:t> PD </a:t>
            </a:r>
            <a:r>
              <a:rPr lang="zh-CN" altLang="en-US" sz="1400"/>
              <a:t>控制器（比例</a:t>
            </a:r>
            <a:r>
              <a:rPr lang="en-US" altLang="zh-CN" sz="1400"/>
              <a:t>-</a:t>
            </a:r>
            <a:r>
              <a:rPr lang="zh-CN" altLang="en-US" sz="1400"/>
              <a:t>微分）的分布式版本：</a:t>
            </a:r>
            <a:endParaRPr lang="zh-CN" altLang="en-US" sz="1400"/>
          </a:p>
          <a:p>
            <a:r>
              <a:rPr lang="zh-CN" altLang="en-US" sz="1400"/>
              <a:t>比例项（位置差）：负责消除位置误差，保证最终间距正确。</a:t>
            </a:r>
            <a:endParaRPr lang="zh-CN" altLang="en-US" sz="1400"/>
          </a:p>
          <a:p>
            <a:r>
              <a:rPr lang="zh-CN" altLang="en-US" sz="1400"/>
              <a:t>微分项（速度差）：提供阻尼，防止震荡，让车辆平滑地接近目标。</a:t>
            </a:r>
            <a:endParaRPr lang="zh-CN" altLang="en-US" sz="1400"/>
          </a:p>
          <a:p>
            <a:r>
              <a:rPr lang="en-US" altLang="zh-CN" sz="1400"/>
              <a:t>    </a:t>
            </a:r>
            <a:r>
              <a:rPr lang="zh-CN" altLang="en-US" sz="1400" b="1"/>
              <a:t>特别的，如果只用位置差，车辆会来回摆动；加上速度差就能平稳停下。</a:t>
            </a:r>
            <a:endParaRPr lang="zh-CN" altLang="en-US" sz="1400" b="1"/>
          </a:p>
        </p:txBody>
      </p:sp>
      <p:pic>
        <p:nvPicPr>
          <p:cNvPr id="8" name="图片 7"/>
          <p:cNvPicPr>
            <a:picLocks noChangeAspect="1"/>
          </p:cNvPicPr>
          <p:nvPr/>
        </p:nvPicPr>
        <p:blipFill>
          <a:blip r:embed="rId5"/>
          <a:stretch>
            <a:fillRect/>
          </a:stretch>
        </p:blipFill>
        <p:spPr>
          <a:xfrm>
            <a:off x="6765925" y="3496945"/>
            <a:ext cx="5426075" cy="3156585"/>
          </a:xfrm>
          <a:prstGeom prst="rect">
            <a:avLst/>
          </a:prstGeom>
        </p:spPr>
      </p:pic>
    </p:spTree>
    <p:custDataLst>
      <p:tags r:id="rId6"/>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47000"/>
          </a:blip>
          <a:srcRect/>
          <a:tile tx="0" ty="0" sx="100000" sy="100000" flip="none" algn="tl"/>
        </a:blipFill>
        <a:effectLst/>
      </p:bgPr>
    </p:bg>
    <p:spTree>
      <p:nvGrpSpPr>
        <p:cNvPr id="1" name=""/>
        <p:cNvGrpSpPr/>
        <p:nvPr/>
      </p:nvGrpSpPr>
      <p:grpSpPr/>
      <p:sp>
        <p:nvSpPr>
          <p:cNvPr id="2" name="标题 1"/>
          <p:cNvSpPr>
            <a:spLocks noGrp="1"/>
          </p:cNvSpPr>
          <p:nvPr>
            <p:ph type="title"/>
            <p:custDataLst>
              <p:tags r:id="rId2"/>
            </p:custDataLst>
          </p:nvPr>
        </p:nvSpPr>
        <p:spPr>
          <a:xfrm>
            <a:off x="647065" y="116205"/>
            <a:ext cx="10800080" cy="638810"/>
          </a:xfrm>
        </p:spPr>
        <p:txBody>
          <a:bodyPr/>
          <a:p>
            <a:r>
              <a:rPr lang="en-US" sz="2400" spc="300">
                <a:latin typeface="+mn-ea"/>
                <a:sym typeface="+mn-ea"/>
              </a:rPr>
              <a:t>02 </a:t>
            </a:r>
            <a:r>
              <a:rPr sz="2400" spc="300">
                <a:latin typeface="+mn-ea"/>
                <a:sym typeface="+mn-ea"/>
              </a:rPr>
              <a:t>解释复现方法</a:t>
            </a:r>
            <a:r>
              <a:rPr lang="en-US" altLang="zh-CN" sz="2400" spc="300">
                <a:latin typeface="+mn-ea"/>
                <a:sym typeface="+mn-ea"/>
              </a:rPr>
              <a:t> —— </a:t>
            </a:r>
            <a:r>
              <a:rPr sz="2400" spc="300">
                <a:latin typeface="+mn-ea"/>
                <a:sym typeface="+mn-ea"/>
              </a:rPr>
              <a:t>怎么让车</a:t>
            </a:r>
            <a:r>
              <a:rPr lang="en-US" altLang="zh-CN" sz="2400" spc="300">
                <a:latin typeface="+mn-ea"/>
                <a:sym typeface="+mn-ea"/>
              </a:rPr>
              <a:t>“</a:t>
            </a:r>
            <a:r>
              <a:rPr sz="2400" spc="300">
                <a:latin typeface="+mn-ea"/>
                <a:sym typeface="+mn-ea"/>
              </a:rPr>
              <a:t>听话</a:t>
            </a:r>
            <a:r>
              <a:rPr lang="en-US" altLang="zh-CN" sz="2400" spc="300">
                <a:latin typeface="+mn-ea"/>
                <a:sym typeface="+mn-ea"/>
              </a:rPr>
              <a:t>”</a:t>
            </a:r>
            <a:endParaRPr lang="zh-CN" altLang="en-US" sz="2400"/>
          </a:p>
        </p:txBody>
      </p:sp>
      <p:sp>
        <p:nvSpPr>
          <p:cNvPr id="3" name="内容占位符 2"/>
          <p:cNvSpPr>
            <a:spLocks noGrp="1"/>
          </p:cNvSpPr>
          <p:nvPr>
            <p:ph idx="1"/>
            <p:custDataLst>
              <p:tags r:id="rId3"/>
            </p:custDataLst>
          </p:nvPr>
        </p:nvSpPr>
        <p:spPr>
          <a:effectLst/>
        </p:spPr>
        <p:txBody>
          <a:bodyPr/>
          <a:p>
            <a:pPr marL="0" indent="0">
              <a:buNone/>
            </a:pPr>
            <a:r>
              <a:rPr lang="zh-CN" altLang="en-US" sz="1800" b="1">
                <a:solidFill>
                  <a:srgbClr val="612E29"/>
                </a:solidFill>
              </a:rPr>
              <a:t>理解了论文中单个车辆的控制公式，现在就可以将这些公式写成矩阵形式，本质上是把所有车辆的方程整合成一个紧凑的向量</a:t>
            </a:r>
            <a:r>
              <a:rPr lang="en-US" altLang="zh-CN" sz="1800" b="1">
                <a:solidFill>
                  <a:srgbClr val="612E29"/>
                </a:solidFill>
              </a:rPr>
              <a:t>/</a:t>
            </a:r>
            <a:r>
              <a:rPr lang="zh-CN" altLang="en-US" sz="1800" b="1">
                <a:solidFill>
                  <a:srgbClr val="612E29"/>
                </a:solidFill>
              </a:rPr>
              <a:t>矩阵方程。这样做的好处是能利用线性代数和图论工具来整体分析系统的稳定性。</a:t>
            </a:r>
            <a:endParaRPr lang="zh-CN" altLang="en-US" sz="1800" b="1">
              <a:solidFill>
                <a:srgbClr val="612E29"/>
              </a:solidFill>
            </a:endParaRPr>
          </a:p>
          <a:p>
            <a:pPr marL="0" indent="0">
              <a:buNone/>
            </a:pPr>
            <a:r>
              <a:rPr lang="zh-CN" altLang="en-US" sz="1800" b="1">
                <a:solidFill>
                  <a:srgbClr val="612E29"/>
                </a:solidFill>
              </a:rPr>
              <a:t>在代码中，只需要构建矩阵</a:t>
            </a:r>
            <a:r>
              <a:rPr lang="en-US" altLang="zh-CN" sz="1800" b="1">
                <a:solidFill>
                  <a:srgbClr val="612E29"/>
                </a:solidFill>
              </a:rPr>
              <a:t> Ll </a:t>
            </a:r>
            <a:r>
              <a:rPr lang="zh-CN" altLang="en-US" sz="1800" b="1">
                <a:solidFill>
                  <a:srgbClr val="612E29"/>
                </a:solidFill>
              </a:rPr>
              <a:t>和</a:t>
            </a:r>
            <a:r>
              <a:rPr lang="en-US" altLang="zh-CN" sz="1800" b="1">
                <a:solidFill>
                  <a:srgbClr val="612E29"/>
                </a:solidFill>
              </a:rPr>
              <a:t> Kk</a:t>
            </a:r>
            <a:r>
              <a:rPr lang="zh-CN" altLang="en-US" sz="1800" b="1">
                <a:solidFill>
                  <a:srgbClr val="612E29"/>
                </a:solidFill>
              </a:rPr>
              <a:t>，然后直接用矩阵乘法更新状态，而不需要循环求和。这种形式还可以很容易地扩展到三维。</a:t>
            </a:r>
            <a:endParaRPr lang="zh-CN" altLang="en-US" sz="1800" b="1">
              <a:solidFill>
                <a:srgbClr val="612E29"/>
              </a:solidFill>
            </a:endParaRPr>
          </a:p>
          <a:p>
            <a:pPr marL="0" indent="0">
              <a:buNone/>
            </a:pPr>
            <a:r>
              <a:rPr lang="zh-CN" altLang="en-US" sz="1800" b="1">
                <a:solidFill>
                  <a:srgbClr val="612E29"/>
                </a:solidFill>
              </a:rPr>
              <a:t>这样代码思路就清晰</a:t>
            </a:r>
            <a:r>
              <a:rPr lang="zh-CN" altLang="en-US" sz="1800" b="1">
                <a:solidFill>
                  <a:srgbClr val="612E29"/>
                </a:solidFill>
              </a:rPr>
              <a:t>了：</a:t>
            </a:r>
            <a:endParaRPr lang="zh-CN" altLang="en-US" sz="1800" b="1">
              <a:solidFill>
                <a:srgbClr val="612E29"/>
              </a:solidFill>
            </a:endParaRPr>
          </a:p>
          <a:p>
            <a:pPr marL="0" indent="0">
              <a:buNone/>
            </a:pPr>
            <a:r>
              <a:rPr lang="zh-CN" altLang="en-US" sz="1800" b="1">
                <a:solidFill>
                  <a:srgbClr val="612E29"/>
                </a:solidFill>
                <a:highlight>
                  <a:srgbClr val="FFFF00"/>
                </a:highlight>
              </a:rPr>
              <a:t>先定义变量</a:t>
            </a:r>
            <a:r>
              <a:rPr lang="en-US" altLang="zh-CN" sz="1800" b="1">
                <a:solidFill>
                  <a:srgbClr val="612E29"/>
                </a:solidFill>
              </a:rPr>
              <a:t> </a:t>
            </a:r>
            <a:r>
              <a:rPr lang="en-US" altLang="en-US" sz="1800" b="1">
                <a:solidFill>
                  <a:srgbClr val="612E29"/>
                </a:solidFill>
              </a:rPr>
              <a:t>→</a:t>
            </a:r>
            <a:r>
              <a:rPr lang="en-US" altLang="zh-CN" sz="1800" b="1">
                <a:solidFill>
                  <a:srgbClr val="612E29"/>
                </a:solidFill>
              </a:rPr>
              <a:t> </a:t>
            </a:r>
            <a:r>
              <a:rPr lang="zh-CN" altLang="en-US" sz="1800" b="1">
                <a:solidFill>
                  <a:srgbClr val="612E29"/>
                </a:solidFill>
                <a:highlight>
                  <a:srgbClr val="FFFF00"/>
                </a:highlight>
              </a:rPr>
              <a:t>建立数组存储状态</a:t>
            </a:r>
            <a:r>
              <a:rPr lang="en-US" altLang="zh-CN" sz="1800" b="1">
                <a:solidFill>
                  <a:srgbClr val="612E29"/>
                </a:solidFill>
              </a:rPr>
              <a:t> </a:t>
            </a:r>
            <a:r>
              <a:rPr lang="en-US" altLang="en-US" sz="1800" b="1">
                <a:solidFill>
                  <a:srgbClr val="612E29"/>
                </a:solidFill>
              </a:rPr>
              <a:t>→</a:t>
            </a:r>
            <a:r>
              <a:rPr lang="en-US" altLang="zh-CN" sz="1800" b="1">
                <a:solidFill>
                  <a:srgbClr val="612E29"/>
                </a:solidFill>
              </a:rPr>
              <a:t> </a:t>
            </a:r>
            <a:r>
              <a:rPr lang="zh-CN" altLang="en-US" sz="1800" b="1">
                <a:solidFill>
                  <a:srgbClr val="612E29"/>
                </a:solidFill>
                <a:highlight>
                  <a:srgbClr val="FFFF00"/>
                </a:highlight>
              </a:rPr>
              <a:t>用矩阵表示通信关系</a:t>
            </a:r>
            <a:r>
              <a:rPr lang="en-US" altLang="zh-CN" sz="1800" b="1">
                <a:solidFill>
                  <a:srgbClr val="612E29"/>
                </a:solidFill>
              </a:rPr>
              <a:t> </a:t>
            </a:r>
            <a:r>
              <a:rPr lang="en-US" altLang="en-US" sz="1800" b="1">
                <a:solidFill>
                  <a:srgbClr val="612E29"/>
                </a:solidFill>
              </a:rPr>
              <a:t>→</a:t>
            </a:r>
            <a:r>
              <a:rPr lang="en-US" altLang="zh-CN" sz="1800" b="1">
                <a:solidFill>
                  <a:srgbClr val="612E29"/>
                </a:solidFill>
              </a:rPr>
              <a:t> </a:t>
            </a:r>
            <a:r>
              <a:rPr lang="zh-CN" altLang="en-US" sz="1800" b="1">
                <a:solidFill>
                  <a:srgbClr val="612E29"/>
                </a:solidFill>
                <a:highlight>
                  <a:srgbClr val="FFFF00"/>
                </a:highlight>
              </a:rPr>
              <a:t>代入公式计算控制输入</a:t>
            </a:r>
            <a:endParaRPr lang="en-US" altLang="zh-CN" sz="1800" b="1">
              <a:solidFill>
                <a:srgbClr val="612E29"/>
              </a:solidFill>
            </a:endParaRPr>
          </a:p>
          <a:p>
            <a:pPr marL="0" indent="0">
              <a:buNone/>
            </a:pPr>
            <a:r>
              <a:rPr lang="zh-CN" altLang="en-US" sz="1800" b="1">
                <a:solidFill>
                  <a:srgbClr val="612E29"/>
                </a:solidFill>
              </a:rPr>
              <a:t>其中在循环里计算所有车的控制输入，注意这里领导车的速度是人为固定的，所以最后用</a:t>
            </a:r>
            <a:endParaRPr lang="zh-CN" altLang="en-US" sz="1800" b="1">
              <a:solidFill>
                <a:srgbClr val="612E29"/>
              </a:solidFill>
            </a:endParaRPr>
          </a:p>
          <a:p>
            <a:pPr marL="0" indent="0">
              <a:buNone/>
            </a:pPr>
            <a:r>
              <a:rPr lang="en-US" altLang="zh-CN" sz="1800" b="1">
                <a:solidFill>
                  <a:srgbClr val="612E29"/>
                </a:solidFill>
              </a:rPr>
              <a:t> `u[0] = u_leader` </a:t>
            </a:r>
            <a:r>
              <a:rPr lang="zh-CN" altLang="en-US" sz="1800" b="1">
                <a:solidFill>
                  <a:srgbClr val="612E29"/>
                </a:solidFill>
              </a:rPr>
              <a:t>强制覆盖领导车的值</a:t>
            </a:r>
            <a:endParaRPr lang="zh-CN" altLang="en-US" sz="1800" b="1">
              <a:solidFill>
                <a:srgbClr val="612E29"/>
              </a:solidFill>
            </a:endParaRPr>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spc="300">
                <a:latin typeface="+mn-ea"/>
                <a:sym typeface="+mn-ea"/>
              </a:rPr>
              <a:t>03 </a:t>
            </a:r>
            <a:r>
              <a:rPr spc="3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对比与结论</a:t>
            </a:r>
            <a:r>
              <a:rPr lang="en-US" altLang="zh-CN" spc="3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 —— </a:t>
            </a:r>
            <a:r>
              <a:rPr spc="3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通信网络的影响</a:t>
            </a:r>
            <a:endParaRPr lang="zh-CN" altLang="en-US" spc="3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 name="内容占位符 2"/>
          <p:cNvSpPr>
            <a:spLocks noGrp="1"/>
          </p:cNvSpPr>
          <p:nvPr>
            <p:ph idx="1"/>
            <p:custDataLst>
              <p:tags r:id="rId2"/>
            </p:custDataLst>
          </p:nvPr>
        </p:nvSpPr>
        <p:spPr>
          <a:xfrm>
            <a:off x="669925" y="952500"/>
            <a:ext cx="10852150" cy="2405380"/>
          </a:xfrm>
        </p:spPr>
        <p:txBody>
          <a:bodyPr/>
          <a:p>
            <a:pPr marL="0" indent="0">
              <a:buNone/>
            </a:pPr>
            <a:r>
              <a:rPr lang="zh-CN" altLang="en-US" sz="1800" b="1">
                <a:solidFill>
                  <a:srgbClr val="612E29"/>
                </a:solidFill>
              </a:rPr>
              <a:t>我首先尝试进行一维三车的复现：</a:t>
            </a:r>
            <a:endParaRPr lang="zh-CN" altLang="en-US"/>
          </a:p>
          <a:p>
            <a:endParaRPr lang="zh-CN" altLang="en-US"/>
          </a:p>
        </p:txBody>
      </p:sp>
      <p:pic>
        <p:nvPicPr>
          <p:cNvPr id="4" name="图片 3" descr="myplot  一维"/>
          <p:cNvPicPr>
            <a:picLocks noChangeAspect="1"/>
          </p:cNvPicPr>
          <p:nvPr/>
        </p:nvPicPr>
        <p:blipFill>
          <a:blip r:embed="rId3"/>
          <a:stretch>
            <a:fillRect/>
          </a:stretch>
        </p:blipFill>
        <p:spPr>
          <a:xfrm>
            <a:off x="669290" y="1355725"/>
            <a:ext cx="8073390" cy="2515870"/>
          </a:xfrm>
          <a:prstGeom prst="rect">
            <a:avLst/>
          </a:prstGeom>
          <a:effectLst>
            <a:glow rad="63500">
              <a:schemeClr val="accent1">
                <a:satMod val="175000"/>
                <a:alpha val="40000"/>
              </a:schemeClr>
            </a:glow>
          </a:effectLst>
        </p:spPr>
      </p:pic>
      <p:sp>
        <p:nvSpPr>
          <p:cNvPr id="5" name="文本框 4"/>
          <p:cNvSpPr txBox="1"/>
          <p:nvPr/>
        </p:nvSpPr>
        <p:spPr>
          <a:xfrm>
            <a:off x="669290" y="3752215"/>
            <a:ext cx="8001635" cy="2863850"/>
          </a:xfrm>
          <a:prstGeom prst="rect">
            <a:avLst/>
          </a:prstGeom>
          <a:noFill/>
        </p:spPr>
        <p:txBody>
          <a:bodyPr wrap="square" rtlCol="0">
            <a:noAutofit/>
          </a:bodyPr>
          <a:p>
            <a:r>
              <a:rPr lang="en-US" altLang="zh-CN" b="1"/>
              <a:t> </a:t>
            </a:r>
            <a:r>
              <a:rPr lang="zh-CN" altLang="en-US" b="1">
                <a:solidFill>
                  <a:srgbClr val="612E29"/>
                </a:solidFill>
              </a:rPr>
              <a:t>可以看到从时间</a:t>
            </a:r>
            <a:r>
              <a:rPr lang="en-US" altLang="zh-CN" b="1">
                <a:solidFill>
                  <a:srgbClr val="612E29"/>
                </a:solidFill>
              </a:rPr>
              <a:t> 0 </a:t>
            </a:r>
            <a:r>
              <a:rPr lang="zh-CN" altLang="en-US" b="1">
                <a:solidFill>
                  <a:srgbClr val="612E29"/>
                </a:solidFill>
              </a:rPr>
              <a:t>到</a:t>
            </a:r>
            <a:r>
              <a:rPr lang="en-US" altLang="zh-CN" b="1">
                <a:solidFill>
                  <a:srgbClr val="612E29"/>
                </a:solidFill>
              </a:rPr>
              <a:t> 12 </a:t>
            </a:r>
            <a:r>
              <a:rPr lang="zh-CN" altLang="en-US" b="1">
                <a:solidFill>
                  <a:srgbClr val="612E29"/>
                </a:solidFill>
              </a:rPr>
              <a:t>秒：跟随车的误差（相对领导车）从初始的较大值（比如</a:t>
            </a:r>
            <a:r>
              <a:rPr lang="en-US" altLang="zh-CN" b="1">
                <a:solidFill>
                  <a:srgbClr val="612E29"/>
                </a:solidFill>
              </a:rPr>
              <a:t> 12</a:t>
            </a:r>
            <a:r>
              <a:rPr lang="zh-CN" altLang="en-US" b="1">
                <a:solidFill>
                  <a:srgbClr val="612E29"/>
                </a:solidFill>
              </a:rPr>
              <a:t>、</a:t>
            </a:r>
            <a:r>
              <a:rPr lang="en-US" altLang="zh-CN" b="1">
                <a:solidFill>
                  <a:srgbClr val="612E29"/>
                </a:solidFill>
              </a:rPr>
              <a:t>8</a:t>
            </a:r>
            <a:r>
              <a:rPr lang="zh-CN" altLang="en-US" b="1">
                <a:solidFill>
                  <a:srgbClr val="612E29"/>
                </a:solidFill>
              </a:rPr>
              <a:t>、</a:t>
            </a:r>
            <a:r>
              <a:rPr lang="en-US" altLang="zh-CN" b="1">
                <a:solidFill>
                  <a:srgbClr val="612E29"/>
                </a:solidFill>
              </a:rPr>
              <a:t>6…</a:t>
            </a:r>
            <a:r>
              <a:rPr lang="zh-CN" altLang="en-US" b="1">
                <a:solidFill>
                  <a:srgbClr val="612E29"/>
                </a:solidFill>
              </a:rPr>
              <a:t>）逐渐减小到接近</a:t>
            </a:r>
            <a:r>
              <a:rPr lang="en-US" altLang="zh-CN" b="1">
                <a:solidFill>
                  <a:srgbClr val="612E29"/>
                </a:solidFill>
              </a:rPr>
              <a:t> 0</a:t>
            </a:r>
            <a:r>
              <a:rPr lang="zh-CN" altLang="en-US" b="1">
                <a:solidFill>
                  <a:srgbClr val="612E29"/>
                </a:solidFill>
              </a:rPr>
              <a:t>。</a:t>
            </a:r>
            <a:endParaRPr lang="zh-CN" altLang="en-US" b="1">
              <a:solidFill>
                <a:srgbClr val="612E29"/>
              </a:solidFill>
            </a:endParaRPr>
          </a:p>
          <a:p>
            <a:r>
              <a:rPr lang="zh-CN" altLang="en-US" b="1">
                <a:solidFill>
                  <a:srgbClr val="612E29"/>
                </a:solidFill>
              </a:rPr>
              <a:t>速度</a:t>
            </a:r>
            <a:r>
              <a:rPr lang="en-US" altLang="zh-CN" b="1">
                <a:solidFill>
                  <a:srgbClr val="612E29"/>
                </a:solidFill>
              </a:rPr>
              <a:t> </a:t>
            </a:r>
            <a:r>
              <a:rPr lang="zh-CN" altLang="en-US" b="1">
                <a:solidFill>
                  <a:srgbClr val="612E29"/>
                </a:solidFill>
              </a:rPr>
              <a:t>也从初始不断的差异逐渐趋向一致（最后速度都接近领导车的速度，比如领导速度在</a:t>
            </a:r>
            <a:r>
              <a:rPr lang="en-US" altLang="zh-CN" b="1">
                <a:solidFill>
                  <a:srgbClr val="612E29"/>
                </a:solidFill>
              </a:rPr>
              <a:t> 12 </a:t>
            </a:r>
            <a:r>
              <a:rPr lang="zh-CN" altLang="en-US" b="1">
                <a:solidFill>
                  <a:srgbClr val="612E29"/>
                </a:solidFill>
              </a:rPr>
              <a:t>秒后显示为</a:t>
            </a:r>
            <a:r>
              <a:rPr lang="en-US" altLang="zh-CN" b="1">
                <a:solidFill>
                  <a:srgbClr val="612E29"/>
                </a:solidFill>
              </a:rPr>
              <a:t> 0 </a:t>
            </a:r>
            <a:r>
              <a:rPr lang="zh-CN" altLang="en-US" b="1">
                <a:solidFill>
                  <a:srgbClr val="612E29"/>
                </a:solidFill>
              </a:rPr>
              <a:t>其实是近似值，实际应该是</a:t>
            </a:r>
            <a:r>
              <a:rPr lang="en-US" altLang="zh-CN" b="1">
                <a:solidFill>
                  <a:srgbClr val="612E29"/>
                </a:solidFill>
              </a:rPr>
              <a:t> 1 m/s </a:t>
            </a:r>
            <a:r>
              <a:rPr lang="zh-CN" altLang="en-US" b="1">
                <a:solidFill>
                  <a:srgbClr val="612E29"/>
                </a:solidFill>
              </a:rPr>
              <a:t>左右，只是表格里只保留了一位小数）。</a:t>
            </a:r>
            <a:endParaRPr lang="zh-CN" altLang="en-US" b="1">
              <a:solidFill>
                <a:srgbClr val="612E29"/>
              </a:solidFill>
            </a:endParaRPr>
          </a:p>
          <a:p>
            <a:r>
              <a:rPr lang="zh-CN" altLang="en-US" b="1">
                <a:solidFill>
                  <a:srgbClr val="612E29"/>
                </a:solidFill>
              </a:rPr>
              <a:t>最后的误差已经非常小（</a:t>
            </a:r>
            <a:r>
              <a:rPr lang="en-US" altLang="zh-CN" b="1">
                <a:solidFill>
                  <a:srgbClr val="612E29"/>
                </a:solidFill>
              </a:rPr>
              <a:t>0.0 </a:t>
            </a:r>
            <a:r>
              <a:rPr lang="zh-CN" altLang="en-US" b="1">
                <a:solidFill>
                  <a:srgbClr val="612E29"/>
                </a:solidFill>
              </a:rPr>
              <a:t>或</a:t>
            </a:r>
            <a:r>
              <a:rPr lang="en-US" altLang="zh-CN" b="1">
                <a:solidFill>
                  <a:srgbClr val="612E29"/>
                </a:solidFill>
              </a:rPr>
              <a:t> 0.00</a:t>
            </a:r>
            <a:r>
              <a:rPr lang="zh-CN" altLang="en-US" b="1">
                <a:solidFill>
                  <a:srgbClr val="612E29"/>
                </a:solidFill>
              </a:rPr>
              <a:t>），说明编队已经基本形成，控制律是有效的，算法实现正确。</a:t>
            </a:r>
            <a:endParaRPr lang="zh-CN" altLang="en-US" b="1">
              <a:solidFill>
                <a:srgbClr val="612E29"/>
              </a:solidFill>
            </a:endParaRPr>
          </a:p>
          <a:p>
            <a:r>
              <a:rPr lang="zh-CN" altLang="en-US" b="1">
                <a:solidFill>
                  <a:srgbClr val="612E29"/>
                </a:solidFill>
              </a:rPr>
              <a:t>这正是我们预期的行为：</a:t>
            </a:r>
            <a:r>
              <a:rPr lang="zh-CN" altLang="en-US" b="1">
                <a:solidFill>
                  <a:srgbClr val="612E29"/>
                </a:solidFill>
                <a:highlight>
                  <a:srgbClr val="FFFF00"/>
                </a:highlight>
              </a:rPr>
              <a:t>跟随车逐渐调整到领导车后方固定距离，速度与领导一致。</a:t>
            </a:r>
            <a:endParaRPr lang="zh-CN" altLang="en-US" b="1">
              <a:solidFill>
                <a:srgbClr val="612E29"/>
              </a:solidFill>
              <a:highlight>
                <a:srgbClr val="FFFF00"/>
              </a:highlight>
            </a:endParaRPr>
          </a:p>
        </p:txBody>
      </p:sp>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p:sp>
        <p:nvSpPr>
          <p:cNvPr id="2" name="标题 1"/>
          <p:cNvSpPr>
            <a:spLocks noGrp="1"/>
          </p:cNvSpPr>
          <p:nvPr>
            <p:ph type="title"/>
            <p:custDataLst>
              <p:tags r:id="rId1"/>
            </p:custDataLst>
          </p:nvPr>
        </p:nvSpPr>
        <p:spPr/>
        <p:txBody>
          <a:bodyPr/>
          <a:p>
            <a:r>
              <a:rPr lang="en-US" sz="2400" spc="300">
                <a:solidFill>
                  <a:schemeClr val="tx1">
                    <a:lumMod val="95000"/>
                    <a:lumOff val="5000"/>
                  </a:schemeClr>
                </a:solidFill>
                <a:latin typeface="+mn-ea"/>
                <a:sym typeface="+mn-ea"/>
              </a:rPr>
              <a:t>03 </a:t>
            </a:r>
            <a:r>
              <a:rPr sz="2400" spc="300">
                <a:solidFill>
                  <a:schemeClr val="tx1">
                    <a:lumMod val="95000"/>
                    <a:lumOff val="5000"/>
                  </a:schemeClr>
                </a:solidFill>
                <a:latin typeface="+mn-ea"/>
                <a:sym typeface="+mn-ea"/>
              </a:rPr>
              <a:t>对比与结论</a:t>
            </a:r>
            <a:r>
              <a:rPr lang="en-US" altLang="zh-CN" sz="2400" spc="300">
                <a:solidFill>
                  <a:schemeClr val="tx1">
                    <a:lumMod val="95000"/>
                    <a:lumOff val="5000"/>
                  </a:schemeClr>
                </a:solidFill>
                <a:latin typeface="+mn-ea"/>
                <a:sym typeface="+mn-ea"/>
              </a:rPr>
              <a:t> —— </a:t>
            </a:r>
            <a:r>
              <a:rPr sz="2400" spc="300">
                <a:solidFill>
                  <a:schemeClr val="tx1">
                    <a:lumMod val="95000"/>
                    <a:lumOff val="5000"/>
                  </a:schemeClr>
                </a:solidFill>
                <a:latin typeface="+mn-ea"/>
                <a:sym typeface="+mn-ea"/>
              </a:rPr>
              <a:t>通信网络的影响</a:t>
            </a:r>
            <a:endParaRPr lang="zh-CN" altLang="en-US" sz="2400" spc="300">
              <a:solidFill>
                <a:schemeClr val="tx1">
                  <a:lumMod val="95000"/>
                  <a:lumOff val="5000"/>
                </a:schemeClr>
              </a:solidFill>
              <a:latin typeface="+mn-ea"/>
              <a:sym typeface="+mn-ea"/>
            </a:endParaRPr>
          </a:p>
        </p:txBody>
      </p:sp>
      <p:sp>
        <p:nvSpPr>
          <p:cNvPr id="3" name="内容占位符 2"/>
          <p:cNvSpPr>
            <a:spLocks noGrp="1"/>
          </p:cNvSpPr>
          <p:nvPr>
            <p:ph idx="1"/>
            <p:custDataLst>
              <p:tags r:id="rId2"/>
            </p:custDataLst>
          </p:nvPr>
        </p:nvSpPr>
        <p:spPr/>
        <p:txBody>
          <a:bodyPr/>
          <a:p>
            <a:pPr marL="0" indent="0">
              <a:buNone/>
            </a:pPr>
            <a:r>
              <a:rPr lang="zh-CN" altLang="en-US" sz="1800" b="1">
                <a:solidFill>
                  <a:srgbClr val="612E29"/>
                </a:solidFill>
              </a:rPr>
              <a:t>再进行二维三车（全联通）</a:t>
            </a:r>
            <a:r>
              <a:rPr lang="en-US" altLang="zh-CN" sz="1800" b="1">
                <a:solidFill>
                  <a:srgbClr val="612E29"/>
                </a:solidFill>
              </a:rPr>
              <a:t>/</a:t>
            </a:r>
            <a:r>
              <a:rPr lang="zh-CN" altLang="en-US" sz="1800" b="1">
                <a:solidFill>
                  <a:srgbClr val="612E29"/>
                </a:solidFill>
              </a:rPr>
              <a:t>（断联）的复现：</a:t>
            </a:r>
            <a:endParaRPr lang="zh-CN" altLang="en-US" sz="1800"/>
          </a:p>
          <a:p>
            <a:pPr marL="0" indent="0">
              <a:buNone/>
            </a:pPr>
            <a:endParaRPr lang="zh-CN" altLang="en-US" sz="1800"/>
          </a:p>
        </p:txBody>
      </p:sp>
      <p:pic>
        <p:nvPicPr>
          <p:cNvPr id="4" name="图片 3" descr="myplot （二维三车）（全联通） 自适应 二维轨迹图"/>
          <p:cNvPicPr>
            <a:picLocks noChangeAspect="1"/>
          </p:cNvPicPr>
          <p:nvPr/>
        </p:nvPicPr>
        <p:blipFill>
          <a:blip r:embed="rId3"/>
          <a:stretch>
            <a:fillRect/>
          </a:stretch>
        </p:blipFill>
        <p:spPr>
          <a:xfrm>
            <a:off x="210185" y="1664970"/>
            <a:ext cx="2895600" cy="2620010"/>
          </a:xfrm>
          <a:prstGeom prst="rect">
            <a:avLst/>
          </a:prstGeom>
          <a:effectLst>
            <a:glow rad="63500">
              <a:schemeClr val="bg2">
                <a:lumMod val="75000"/>
                <a:alpha val="40000"/>
              </a:schemeClr>
            </a:glow>
          </a:effectLst>
        </p:spPr>
      </p:pic>
      <p:sp>
        <p:nvSpPr>
          <p:cNvPr id="5" name="文本框 4"/>
          <p:cNvSpPr txBox="1"/>
          <p:nvPr/>
        </p:nvSpPr>
        <p:spPr>
          <a:xfrm>
            <a:off x="1090295" y="4210685"/>
            <a:ext cx="980440" cy="306705"/>
          </a:xfrm>
          <a:prstGeom prst="rect">
            <a:avLst/>
          </a:prstGeom>
          <a:noFill/>
        </p:spPr>
        <p:txBody>
          <a:bodyPr wrap="square" rtlCol="0">
            <a:spAutoFit/>
          </a:bodyPr>
          <a:p>
            <a:pPr algn="ctr"/>
            <a:r>
              <a:rPr lang="zh-CN" altLang="en-US" sz="1400"/>
              <a:t>全联通</a:t>
            </a:r>
            <a:endParaRPr lang="zh-CN" altLang="en-US" sz="1400"/>
          </a:p>
        </p:txBody>
      </p:sp>
      <p:pic>
        <p:nvPicPr>
          <p:cNvPr id="6" name="图片 5" descr="myplot （二维三车）（断联） 自适应 二维轨迹图"/>
          <p:cNvPicPr>
            <a:picLocks noChangeAspect="1"/>
          </p:cNvPicPr>
          <p:nvPr/>
        </p:nvPicPr>
        <p:blipFill>
          <a:blip r:embed="rId4"/>
          <a:stretch>
            <a:fillRect/>
          </a:stretch>
        </p:blipFill>
        <p:spPr>
          <a:xfrm>
            <a:off x="2932430" y="1664970"/>
            <a:ext cx="2894965" cy="2620010"/>
          </a:xfrm>
          <a:prstGeom prst="rect">
            <a:avLst/>
          </a:prstGeom>
          <a:effectLst>
            <a:glow rad="63500">
              <a:schemeClr val="bg2">
                <a:lumMod val="75000"/>
                <a:alpha val="40000"/>
              </a:schemeClr>
            </a:glow>
          </a:effectLst>
        </p:spPr>
      </p:pic>
      <p:sp>
        <p:nvSpPr>
          <p:cNvPr id="7" name="文本框 6"/>
          <p:cNvSpPr txBox="1"/>
          <p:nvPr/>
        </p:nvSpPr>
        <p:spPr>
          <a:xfrm>
            <a:off x="3575050" y="4210050"/>
            <a:ext cx="980440" cy="306705"/>
          </a:xfrm>
          <a:prstGeom prst="rect">
            <a:avLst/>
          </a:prstGeom>
          <a:noFill/>
        </p:spPr>
        <p:txBody>
          <a:bodyPr wrap="square" rtlCol="0">
            <a:spAutoFit/>
          </a:bodyPr>
          <a:p>
            <a:pPr algn="ctr"/>
            <a:r>
              <a:rPr lang="zh-CN" altLang="en-US" sz="1400"/>
              <a:t>断联</a:t>
            </a:r>
            <a:endParaRPr lang="zh-CN" altLang="en-US" sz="1400"/>
          </a:p>
        </p:txBody>
      </p:sp>
      <p:pic>
        <p:nvPicPr>
          <p:cNvPr id="8" name="图片 7" descr="myplot （二维三车）（全联通） 自适应 速度曲线图"/>
          <p:cNvPicPr>
            <a:picLocks noChangeAspect="1"/>
          </p:cNvPicPr>
          <p:nvPr/>
        </p:nvPicPr>
        <p:blipFill>
          <a:blip r:embed="rId5"/>
          <a:stretch>
            <a:fillRect/>
          </a:stretch>
        </p:blipFill>
        <p:spPr>
          <a:xfrm>
            <a:off x="5864860" y="1264920"/>
            <a:ext cx="2591435" cy="2545715"/>
          </a:xfrm>
          <a:prstGeom prst="rect">
            <a:avLst/>
          </a:prstGeom>
          <a:effectLst>
            <a:glow rad="63500">
              <a:schemeClr val="bg2">
                <a:lumMod val="75000"/>
                <a:alpha val="40000"/>
              </a:schemeClr>
            </a:glow>
          </a:effectLst>
        </p:spPr>
      </p:pic>
      <p:pic>
        <p:nvPicPr>
          <p:cNvPr id="9" name="图片 8" descr="myplot （二维三车）（断联） 自适应 速度曲线图"/>
          <p:cNvPicPr>
            <a:picLocks noChangeAspect="1"/>
          </p:cNvPicPr>
          <p:nvPr/>
        </p:nvPicPr>
        <p:blipFill>
          <a:blip r:embed="rId6"/>
          <a:stretch>
            <a:fillRect/>
          </a:stretch>
        </p:blipFill>
        <p:spPr>
          <a:xfrm>
            <a:off x="8493760" y="1264920"/>
            <a:ext cx="2402840" cy="2545715"/>
          </a:xfrm>
          <a:prstGeom prst="rect">
            <a:avLst/>
          </a:prstGeom>
          <a:effectLst>
            <a:glow rad="63500">
              <a:schemeClr val="bg2">
                <a:lumMod val="75000"/>
                <a:alpha val="40000"/>
              </a:schemeClr>
            </a:glow>
          </a:effectLst>
        </p:spPr>
      </p:pic>
      <p:sp>
        <p:nvSpPr>
          <p:cNvPr id="10" name="文本框 9"/>
          <p:cNvSpPr txBox="1"/>
          <p:nvPr/>
        </p:nvSpPr>
        <p:spPr>
          <a:xfrm>
            <a:off x="6670675" y="3858895"/>
            <a:ext cx="980440" cy="306705"/>
          </a:xfrm>
          <a:prstGeom prst="rect">
            <a:avLst/>
          </a:prstGeom>
          <a:noFill/>
        </p:spPr>
        <p:txBody>
          <a:bodyPr wrap="square" rtlCol="0">
            <a:spAutoFit/>
          </a:bodyPr>
          <a:p>
            <a:pPr algn="ctr"/>
            <a:r>
              <a:rPr lang="zh-CN" altLang="en-US" sz="1400"/>
              <a:t>全联通</a:t>
            </a:r>
            <a:endParaRPr lang="zh-CN" altLang="en-US" sz="1400"/>
          </a:p>
        </p:txBody>
      </p:sp>
      <p:sp>
        <p:nvSpPr>
          <p:cNvPr id="11" name="文本框 10"/>
          <p:cNvSpPr txBox="1"/>
          <p:nvPr/>
        </p:nvSpPr>
        <p:spPr>
          <a:xfrm>
            <a:off x="9258935" y="3858895"/>
            <a:ext cx="980440" cy="306705"/>
          </a:xfrm>
          <a:prstGeom prst="rect">
            <a:avLst/>
          </a:prstGeom>
          <a:noFill/>
        </p:spPr>
        <p:txBody>
          <a:bodyPr wrap="square" rtlCol="0">
            <a:spAutoFit/>
          </a:bodyPr>
          <a:p>
            <a:pPr algn="ctr"/>
            <a:r>
              <a:rPr lang="zh-CN" altLang="en-US" sz="1400"/>
              <a:t>断联</a:t>
            </a:r>
            <a:endParaRPr lang="zh-CN" altLang="en-US" sz="1400"/>
          </a:p>
        </p:txBody>
      </p:sp>
      <p:pic>
        <p:nvPicPr>
          <p:cNvPr id="12" name="图片 11" descr="myplot （二维三车）（全联通） 自适应 纵向和横向误差图"/>
          <p:cNvPicPr>
            <a:picLocks noChangeAspect="1"/>
          </p:cNvPicPr>
          <p:nvPr/>
        </p:nvPicPr>
        <p:blipFill>
          <a:blip r:embed="rId7"/>
          <a:stretch>
            <a:fillRect/>
          </a:stretch>
        </p:blipFill>
        <p:spPr>
          <a:xfrm>
            <a:off x="5864860" y="4127500"/>
            <a:ext cx="2628900" cy="2620645"/>
          </a:xfrm>
          <a:prstGeom prst="rect">
            <a:avLst/>
          </a:prstGeom>
          <a:effectLst>
            <a:glow rad="63500">
              <a:schemeClr val="bg2">
                <a:lumMod val="75000"/>
                <a:alpha val="40000"/>
              </a:schemeClr>
            </a:glow>
          </a:effectLst>
        </p:spPr>
      </p:pic>
      <p:pic>
        <p:nvPicPr>
          <p:cNvPr id="13" name="图片 12" descr="myplot （二维三车）（断联） 自适应 纵向和横向误差图"/>
          <p:cNvPicPr>
            <a:picLocks noChangeAspect="1"/>
          </p:cNvPicPr>
          <p:nvPr/>
        </p:nvPicPr>
        <p:blipFill>
          <a:blip r:embed="rId8"/>
          <a:stretch>
            <a:fillRect/>
          </a:stretch>
        </p:blipFill>
        <p:spPr>
          <a:xfrm>
            <a:off x="8456295" y="4113530"/>
            <a:ext cx="2440940" cy="2634615"/>
          </a:xfrm>
          <a:prstGeom prst="rect">
            <a:avLst/>
          </a:prstGeom>
          <a:effectLst>
            <a:glow rad="63500">
              <a:schemeClr val="bg2">
                <a:lumMod val="75000"/>
                <a:alpha val="40000"/>
              </a:schemeClr>
            </a:glow>
          </a:effectLst>
        </p:spPr>
      </p:pic>
      <p:sp>
        <p:nvSpPr>
          <p:cNvPr id="14" name="文本框 13"/>
          <p:cNvSpPr txBox="1"/>
          <p:nvPr/>
        </p:nvSpPr>
        <p:spPr>
          <a:xfrm>
            <a:off x="316230" y="4517390"/>
            <a:ext cx="5420995" cy="2171700"/>
          </a:xfrm>
          <a:prstGeom prst="rect">
            <a:avLst/>
          </a:prstGeom>
          <a:noFill/>
        </p:spPr>
        <p:txBody>
          <a:bodyPr wrap="square" rtlCol="0">
            <a:noAutofit/>
          </a:bodyPr>
          <a:p>
            <a:r>
              <a:rPr lang="zh-CN" altLang="en-US" b="1">
                <a:solidFill>
                  <a:srgbClr val="612E29"/>
                </a:solidFill>
              </a:rPr>
              <a:t>观察到收敛速度变慢，这正是论文中说明的：</a:t>
            </a:r>
            <a:endParaRPr lang="zh-CN" altLang="en-US" b="1">
              <a:solidFill>
                <a:srgbClr val="612E29"/>
              </a:solidFill>
            </a:endParaRPr>
          </a:p>
          <a:p>
            <a:endParaRPr lang="zh-CN" altLang="en-US" b="1">
              <a:solidFill>
                <a:srgbClr val="612E29"/>
              </a:solidFill>
              <a:highlight>
                <a:srgbClr val="FFFF00"/>
              </a:highlight>
            </a:endParaRPr>
          </a:p>
          <a:p>
            <a:r>
              <a:rPr lang="zh-CN" altLang="en-US" b="1">
                <a:solidFill>
                  <a:srgbClr val="612E29"/>
                </a:solidFill>
                <a:highlight>
                  <a:srgbClr val="FFFF00"/>
                </a:highlight>
              </a:rPr>
              <a:t>通信拓扑变差（断连）会降低收敛速度，但只要领导信息仍能到达（车</a:t>
            </a:r>
            <a:r>
              <a:rPr lang="en-US" altLang="zh-CN" b="1">
                <a:solidFill>
                  <a:srgbClr val="612E29"/>
                </a:solidFill>
                <a:highlight>
                  <a:srgbClr val="FFFF00"/>
                </a:highlight>
              </a:rPr>
              <a:t> 1 </a:t>
            </a:r>
            <a:r>
              <a:rPr lang="zh-CN" altLang="en-US" b="1">
                <a:solidFill>
                  <a:srgbClr val="612E29"/>
                </a:solidFill>
                <a:highlight>
                  <a:srgbClr val="FFFF00"/>
                </a:highlight>
              </a:rPr>
              <a:t>和车</a:t>
            </a:r>
            <a:r>
              <a:rPr lang="en-US" altLang="zh-CN" b="1">
                <a:solidFill>
                  <a:srgbClr val="612E29"/>
                </a:solidFill>
                <a:highlight>
                  <a:srgbClr val="FFFF00"/>
                </a:highlight>
              </a:rPr>
              <a:t> 2 </a:t>
            </a:r>
            <a:r>
              <a:rPr lang="zh-CN" altLang="en-US" b="1">
                <a:solidFill>
                  <a:srgbClr val="612E29"/>
                </a:solidFill>
                <a:highlight>
                  <a:srgbClr val="FFFF00"/>
                </a:highlight>
              </a:rPr>
              <a:t>仍</a:t>
            </a:r>
            <a:r>
              <a:rPr lang="zh-CN" altLang="en-US" b="1">
                <a:solidFill>
                  <a:srgbClr val="612E29"/>
                </a:solidFill>
                <a:highlight>
                  <a:srgbClr val="FFFF00"/>
                </a:highlight>
              </a:rPr>
              <a:t>分别有领导连接），最终编队仍能形成。</a:t>
            </a:r>
            <a:endParaRPr lang="zh-CN" altLang="en-US" b="1">
              <a:solidFill>
                <a:srgbClr val="612E29"/>
              </a:solidFill>
              <a:highlight>
                <a:srgbClr val="FFFF00"/>
              </a:highlight>
            </a:endParaRPr>
          </a:p>
          <a:p>
            <a:endParaRPr lang="zh-CN" altLang="en-US" b="1">
              <a:solidFill>
                <a:srgbClr val="612E29"/>
              </a:solidFill>
            </a:endParaRPr>
          </a:p>
          <a:p>
            <a:r>
              <a:rPr lang="zh-CN" altLang="en-US" b="1">
                <a:solidFill>
                  <a:srgbClr val="612E29"/>
                </a:solidFill>
              </a:rPr>
              <a:t>这个现象与论文</a:t>
            </a:r>
            <a:r>
              <a:rPr lang="en-US" altLang="zh-CN" b="1">
                <a:solidFill>
                  <a:srgbClr val="612E29"/>
                </a:solidFill>
              </a:rPr>
              <a:t> Fig 7–9 </a:t>
            </a:r>
            <a:r>
              <a:rPr lang="zh-CN" altLang="en-US" b="1">
                <a:solidFill>
                  <a:srgbClr val="612E29"/>
                </a:solidFill>
              </a:rPr>
              <a:t>的描述一致。</a:t>
            </a:r>
            <a:endParaRPr lang="zh-CN" altLang="en-US" b="1">
              <a:solidFill>
                <a:srgbClr val="612E29"/>
              </a:solidFill>
            </a:endParaRPr>
          </a:p>
        </p:txBody>
      </p:sp>
    </p:spTree>
    <p:custDataLst>
      <p:tags r:id="rId9"/>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p:sp>
        <p:nvSpPr>
          <p:cNvPr id="2" name="标题 1"/>
          <p:cNvSpPr>
            <a:spLocks noGrp="1"/>
          </p:cNvSpPr>
          <p:nvPr>
            <p:ph type="title"/>
            <p:custDataLst>
              <p:tags r:id="rId1"/>
            </p:custDataLst>
          </p:nvPr>
        </p:nvSpPr>
        <p:spPr/>
        <p:txBody>
          <a:bodyPr/>
          <a:p>
            <a:r>
              <a:rPr lang="zh-CN" altLang="en-US" sz="2400">
                <a:latin typeface="微软雅黑" panose="020B0503020204020204" charset="-122"/>
                <a:ea typeface="微软雅黑" panose="020B0503020204020204" charset="-122"/>
                <a:cs typeface="微软雅黑" panose="020B0503020204020204" charset="-122"/>
              </a:rPr>
              <a:t>附</a:t>
            </a:r>
            <a:r>
              <a:rPr lang="en-US" altLang="zh-CN" sz="2400">
                <a:latin typeface="微软雅黑" panose="020B0503020204020204" charset="-122"/>
                <a:ea typeface="微软雅黑" panose="020B0503020204020204" charset="-122"/>
                <a:cs typeface="微软雅黑" panose="020B0503020204020204" charset="-122"/>
              </a:rPr>
              <a:t> </a:t>
            </a:r>
            <a:r>
              <a:rPr lang="zh-CN" altLang="en-US" sz="2400">
                <a:latin typeface="微软雅黑" panose="020B0503020204020204" charset="-122"/>
                <a:ea typeface="微软雅黑" panose="020B0503020204020204" charset="-122"/>
                <a:cs typeface="微软雅黑" panose="020B0503020204020204" charset="-122"/>
              </a:rPr>
              <a:t>（二维三车）（断联）</a:t>
            </a:r>
            <a:r>
              <a:rPr lang="en-US" altLang="zh-CN" sz="2400">
                <a:latin typeface="微软雅黑" panose="020B0503020204020204" charset="-122"/>
                <a:ea typeface="微软雅黑" panose="020B0503020204020204" charset="-122"/>
                <a:cs typeface="微软雅黑" panose="020B0503020204020204" charset="-122"/>
              </a:rPr>
              <a:t>&amp;</a:t>
            </a:r>
            <a:r>
              <a:rPr sz="2400">
                <a:latin typeface="微软雅黑" panose="020B0503020204020204" charset="-122"/>
                <a:ea typeface="微软雅黑" panose="020B0503020204020204" charset="-122"/>
                <a:cs typeface="微软雅黑" panose="020B0503020204020204" charset="-122"/>
              </a:rPr>
              <a:t>（全联通）动图</a:t>
            </a:r>
            <a:endParaRPr sz="2400">
              <a:latin typeface="微软雅黑" panose="020B0503020204020204" charset="-122"/>
              <a:ea typeface="微软雅黑" panose="020B0503020204020204" charset="-122"/>
              <a:cs typeface="微软雅黑" panose="020B0503020204020204" charset="-122"/>
            </a:endParaRPr>
          </a:p>
        </p:txBody>
      </p:sp>
      <p:sp>
        <p:nvSpPr>
          <p:cNvPr id="3" name="内容占位符 2"/>
          <p:cNvSpPr>
            <a:spLocks noGrp="1"/>
          </p:cNvSpPr>
          <p:nvPr>
            <p:ph sz="half" idx="1"/>
            <p:custDataLst>
              <p:tags r:id="rId2"/>
            </p:custDataLst>
          </p:nvPr>
        </p:nvSpPr>
        <p:spPr/>
        <p:txBody>
          <a:bodyPr/>
          <a:p>
            <a:r>
              <a:rPr lang="zh-CN" altLang="en-US"/>
              <a:t>单击此处编辑母版文本样式</a:t>
            </a:r>
            <a:endParaRPr lang="zh-CN" altLang="en-US"/>
          </a:p>
          <a:p>
            <a:r>
              <a:rPr lang="zh-CN" altLang="en-US"/>
              <a:t>第二级</a:t>
            </a:r>
            <a:endParaRPr lang="zh-CN" altLang="en-US"/>
          </a:p>
          <a:p>
            <a:r>
              <a:rPr lang="zh-CN" altLang="en-US"/>
              <a:t>第三级</a:t>
            </a:r>
            <a:endParaRPr lang="zh-CN" altLang="en-US"/>
          </a:p>
          <a:p>
            <a:r>
              <a:rPr lang="zh-CN" altLang="en-US"/>
              <a:t>第四级</a:t>
            </a:r>
            <a:endParaRPr lang="zh-CN" altLang="en-US"/>
          </a:p>
          <a:p>
            <a:r>
              <a:rPr lang="zh-CN" altLang="en-US"/>
              <a:t>第五级</a:t>
            </a:r>
            <a:endParaRPr lang="zh-CN" altLang="en-US"/>
          </a:p>
        </p:txBody>
      </p:sp>
      <p:sp>
        <p:nvSpPr>
          <p:cNvPr id="4" name="内容占位符 3"/>
          <p:cNvSpPr>
            <a:spLocks noGrp="1"/>
          </p:cNvSpPr>
          <p:nvPr>
            <p:ph sz="half" idx="2"/>
            <p:custDataLst>
              <p:tags r:id="rId3"/>
            </p:custDataLst>
          </p:nvPr>
        </p:nvSpPr>
        <p:spPr/>
        <p:txBody>
          <a:bodyPr/>
          <a:p>
            <a:endParaRPr lang="zh-CN" altLang="en-US"/>
          </a:p>
        </p:txBody>
      </p:sp>
      <p:pic>
        <p:nvPicPr>
          <p:cNvPr id="5" name="图片 4" descr="formation （二维三车）（断联）"/>
          <p:cNvPicPr>
            <a:picLocks noChangeAspect="1"/>
          </p:cNvPicPr>
          <p:nvPr/>
        </p:nvPicPr>
        <p:blipFill>
          <a:blip r:embed="rId4"/>
          <a:stretch>
            <a:fillRect/>
          </a:stretch>
        </p:blipFill>
        <p:spPr>
          <a:xfrm>
            <a:off x="304800" y="1301750"/>
            <a:ext cx="5715000" cy="5538470"/>
          </a:xfrm>
          <a:prstGeom prst="rect">
            <a:avLst/>
          </a:prstGeom>
          <a:effectLst>
            <a:glow rad="63500">
              <a:schemeClr val="accent2">
                <a:satMod val="175000"/>
                <a:alpha val="40000"/>
              </a:schemeClr>
            </a:glow>
            <a:outerShdw blurRad="50800" dist="38100" algn="l" rotWithShape="0">
              <a:prstClr val="black">
                <a:alpha val="40000"/>
              </a:prstClr>
            </a:outerShdw>
          </a:effectLst>
        </p:spPr>
      </p:pic>
      <p:pic>
        <p:nvPicPr>
          <p:cNvPr id="6" name="图片 5" descr="formation （二维三车）（全联通）"/>
          <p:cNvPicPr>
            <a:picLocks noChangeAspect="1"/>
          </p:cNvPicPr>
          <p:nvPr/>
        </p:nvPicPr>
        <p:blipFill>
          <a:blip r:embed="rId5"/>
          <a:stretch>
            <a:fillRect/>
          </a:stretch>
        </p:blipFill>
        <p:spPr>
          <a:xfrm>
            <a:off x="6172200" y="1301750"/>
            <a:ext cx="5776595" cy="5483225"/>
          </a:xfrm>
          <a:prstGeom prst="rect">
            <a:avLst/>
          </a:prstGeom>
          <a:effectLst>
            <a:glow rad="63500">
              <a:schemeClr val="accent3">
                <a:satMod val="175000"/>
                <a:alpha val="40000"/>
              </a:schemeClr>
            </a:glow>
            <a:outerShdw blurRad="50800" dist="38100" algn="l" rotWithShape="0">
              <a:prstClr val="black">
                <a:alpha val="40000"/>
              </a:prstClr>
            </a:outerShdw>
          </a:effectLst>
        </p:spPr>
      </p:pic>
      <p:sp>
        <p:nvSpPr>
          <p:cNvPr id="7" name="文本框 6"/>
          <p:cNvSpPr txBox="1"/>
          <p:nvPr/>
        </p:nvSpPr>
        <p:spPr>
          <a:xfrm>
            <a:off x="1130300" y="1343025"/>
            <a:ext cx="4064000" cy="368300"/>
          </a:xfrm>
          <a:prstGeom prst="rect">
            <a:avLst/>
          </a:prstGeom>
          <a:noFill/>
        </p:spPr>
        <p:txBody>
          <a:bodyPr wrap="square" rtlCol="0">
            <a:spAutoFit/>
          </a:bodyPr>
          <a:p>
            <a:pPr algn="ctr"/>
            <a:r>
              <a:rPr lang="zh-CN" altLang="en-US"/>
              <a:t>断联</a:t>
            </a:r>
            <a:endParaRPr lang="zh-CN" altLang="en-US"/>
          </a:p>
        </p:txBody>
      </p:sp>
      <p:sp>
        <p:nvSpPr>
          <p:cNvPr id="8" name="文本框 7"/>
          <p:cNvSpPr txBox="1"/>
          <p:nvPr/>
        </p:nvSpPr>
        <p:spPr>
          <a:xfrm>
            <a:off x="7028180" y="1526540"/>
            <a:ext cx="4064000" cy="368300"/>
          </a:xfrm>
          <a:prstGeom prst="rect">
            <a:avLst/>
          </a:prstGeom>
          <a:noFill/>
        </p:spPr>
        <p:txBody>
          <a:bodyPr wrap="square" rtlCol="0">
            <a:spAutoFit/>
          </a:bodyPr>
          <a:p>
            <a:pPr algn="ctr"/>
            <a:r>
              <a:rPr lang="zh-CN" altLang="en-US"/>
              <a:t>全联通</a:t>
            </a:r>
            <a:endParaRPr lang="zh-CN" altLang="en-US"/>
          </a:p>
        </p:txBody>
      </p:sp>
    </p:spTree>
    <p:custDataLst>
      <p:tags r:id="rId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accent3">
            <a:lumMod val="40000"/>
            <a:lumOff val="60000"/>
            <a:alpha val="61000"/>
          </a:schemeClr>
        </a:solidFill>
        <a:effectLst/>
      </p:bgPr>
    </p:bg>
    <p:spTree>
      <p:nvGrpSpPr>
        <p:cNvPr id="1" name=""/>
        <p:cNvGrpSpPr/>
        <p:nvPr/>
      </p:nvGrpSpPr>
      <p:grpSpPr/>
      <p:sp>
        <p:nvSpPr>
          <p:cNvPr id="2" name="文本占位符 1"/>
          <p:cNvSpPr>
            <a:spLocks noGrp="1"/>
          </p:cNvSpPr>
          <p:nvPr>
            <p:ph type="body" idx="1"/>
            <p:custDataLst>
              <p:tags r:id="rId1"/>
            </p:custDataLst>
          </p:nvPr>
        </p:nvSpPr>
        <p:spPr/>
        <p:txBody>
          <a:bodyPr>
            <a:normAutofit/>
          </a:bodyPr>
          <a:p>
            <a:pPr algn="ctr"/>
            <a:r>
              <a:rPr lang="zh-CN" altLang="en-US" sz="2000">
                <a:solidFill>
                  <a:srgbClr val="612E29"/>
                </a:solidFill>
              </a:rPr>
              <a:t>自适应</a:t>
            </a:r>
            <a:endParaRPr lang="zh-CN" altLang="en-US" sz="2000">
              <a:solidFill>
                <a:srgbClr val="612E29"/>
              </a:solidFill>
            </a:endParaRPr>
          </a:p>
        </p:txBody>
      </p:sp>
      <p:sp>
        <p:nvSpPr>
          <p:cNvPr id="4" name="文本占位符 3"/>
          <p:cNvSpPr>
            <a:spLocks noGrp="1"/>
          </p:cNvSpPr>
          <p:nvPr>
            <p:ph type="body" sz="quarter" idx="3"/>
            <p:custDataLst>
              <p:tags r:id="rId2"/>
            </p:custDataLst>
          </p:nvPr>
        </p:nvSpPr>
        <p:spPr/>
        <p:txBody>
          <a:bodyPr>
            <a:normAutofit/>
          </a:bodyPr>
          <a:p>
            <a:pPr algn="ctr"/>
            <a:r>
              <a:rPr lang="zh-CN" altLang="en-US" sz="2000">
                <a:solidFill>
                  <a:srgbClr val="612E29"/>
                </a:solidFill>
              </a:rPr>
              <a:t>非自适应</a:t>
            </a:r>
            <a:endParaRPr lang="zh-CN" altLang="en-US" sz="2000">
              <a:solidFill>
                <a:srgbClr val="612E29"/>
              </a:solidFill>
            </a:endParaRPr>
          </a:p>
        </p:txBody>
      </p:sp>
      <p:sp>
        <p:nvSpPr>
          <p:cNvPr id="6" name="标题 5"/>
          <p:cNvSpPr>
            <a:spLocks noGrp="1"/>
          </p:cNvSpPr>
          <p:nvPr>
            <p:ph type="title"/>
            <p:custDataLst>
              <p:tags r:id="rId3"/>
            </p:custDataLst>
          </p:nvPr>
        </p:nvSpPr>
        <p:spPr>
          <a:xfrm>
            <a:off x="695960" y="360045"/>
            <a:ext cx="10800080" cy="1063625"/>
          </a:xfrm>
        </p:spPr>
        <p:txBody>
          <a:bodyPr>
            <a:normAutofit fontScale="90000"/>
          </a:bodyPr>
          <a:p>
            <a:r>
              <a:rPr lang="en-US" altLang="zh-CN" sz="2665" spc="300" dirty="0">
                <a:latin typeface="+mn-ea"/>
                <a:sym typeface="+mn-ea"/>
              </a:rPr>
              <a:t>04 </a:t>
            </a:r>
            <a:r>
              <a:rPr lang="zh-CN" altLang="en-US" sz="2665" spc="300" dirty="0">
                <a:latin typeface="+mn-ea"/>
                <a:sym typeface="+mn-ea"/>
              </a:rPr>
              <a:t>自适应机制，附加题与总结</a:t>
            </a:r>
            <a:r>
              <a:rPr lang="en-US" sz="2400" spc="300">
                <a:solidFill>
                  <a:schemeClr val="tx1"/>
                </a:solidFill>
                <a:latin typeface="+mn-ea"/>
                <a:sym typeface="+mn-ea"/>
              </a:rPr>
              <a:t>                </a:t>
            </a:r>
            <a:r>
              <a:rPr lang="zh-CN" altLang="en-US" sz="2400">
                <a:solidFill>
                  <a:srgbClr val="612E29"/>
                </a:solidFill>
                <a:sym typeface="+mn-ea"/>
              </a:rPr>
              <a:t>对比自适应与非自适应</a:t>
            </a:r>
            <a:br>
              <a:rPr lang="zh-CN" altLang="en-US" sz="2400">
                <a:solidFill>
                  <a:srgbClr val="612E29"/>
                </a:solidFill>
                <a:sym typeface="+mn-ea"/>
              </a:rPr>
            </a:br>
            <a:r>
              <a:rPr lang="en-US" altLang="zh-CN" sz="2400">
                <a:solidFill>
                  <a:srgbClr val="612E29"/>
                </a:solidFill>
                <a:sym typeface="+mn-ea"/>
              </a:rPr>
              <a:t>  </a:t>
            </a:r>
            <a:r>
              <a:rPr lang="zh-CN" altLang="en-US" sz="2000">
                <a:solidFill>
                  <a:srgbClr val="612E29"/>
                </a:solidFill>
                <a:sym typeface="+mn-ea"/>
              </a:rPr>
              <a:t>以</a:t>
            </a:r>
            <a:r>
              <a:rPr lang="zh-CN" altLang="en-US" sz="2000" spc="300">
                <a:solidFill>
                  <a:srgbClr val="612E29"/>
                </a:solidFill>
                <a:latin typeface="+mn-ea"/>
                <a:sym typeface="+mn-ea"/>
              </a:rPr>
              <a:t>（二维三车）（断联）二维轨迹图为例</a:t>
            </a:r>
            <a:r>
              <a:rPr lang="zh-CN" altLang="en-US" sz="2400" spc="300">
                <a:solidFill>
                  <a:srgbClr val="612E29"/>
                </a:solidFill>
                <a:latin typeface="+mn-ea"/>
                <a:sym typeface="+mn-ea"/>
              </a:rPr>
              <a:t>：</a:t>
            </a:r>
            <a:r>
              <a:rPr lang="zh-CN" altLang="en-US" sz="2000" spc="300">
                <a:solidFill>
                  <a:schemeClr val="tx1"/>
                </a:solidFill>
                <a:latin typeface="+mn-ea"/>
                <a:sym typeface="+mn-ea"/>
              </a:rPr>
              <a:t>程序自动判断编队是否完成（连续</a:t>
            </a:r>
            <a:r>
              <a:rPr lang="en-US" altLang="zh-CN" sz="2000" spc="300">
                <a:solidFill>
                  <a:schemeClr val="tx1"/>
                </a:solidFill>
                <a:latin typeface="+mn-ea"/>
                <a:sym typeface="+mn-ea"/>
              </a:rPr>
              <a:t> 1 </a:t>
            </a:r>
            <a:r>
              <a:rPr lang="zh-CN" altLang="en-US" sz="2000" spc="300">
                <a:solidFill>
                  <a:schemeClr val="tx1"/>
                </a:solidFill>
                <a:latin typeface="+mn-ea"/>
                <a:sym typeface="+mn-ea"/>
              </a:rPr>
              <a:t>秒误差小于</a:t>
            </a:r>
            <a:r>
              <a:rPr lang="en-US" altLang="zh-CN" sz="2000" spc="300">
                <a:solidFill>
                  <a:schemeClr val="tx1"/>
                </a:solidFill>
                <a:latin typeface="+mn-ea"/>
                <a:sym typeface="+mn-ea"/>
              </a:rPr>
              <a:t> 5 </a:t>
            </a:r>
            <a:r>
              <a:rPr lang="zh-CN" altLang="en-US" sz="2000" spc="300">
                <a:solidFill>
                  <a:schemeClr val="tx1"/>
                </a:solidFill>
                <a:latin typeface="+mn-ea"/>
                <a:sym typeface="+mn-ea"/>
              </a:rPr>
              <a:t>厘米），提前停止仿真，节省时间。</a:t>
            </a:r>
            <a:endParaRPr lang="zh-CN" altLang="en-US" sz="2000" spc="300">
              <a:solidFill>
                <a:schemeClr val="tx1"/>
              </a:solidFill>
              <a:latin typeface="+mn-ea"/>
              <a:sym typeface="+mn-ea"/>
            </a:endParaRPr>
          </a:p>
        </p:txBody>
      </p:sp>
      <p:pic>
        <p:nvPicPr>
          <p:cNvPr id="7" name="图片 6" descr="myplot （二维三车）（断联） 自适应 二维轨迹图"/>
          <p:cNvPicPr>
            <a:picLocks noChangeAspect="1"/>
          </p:cNvPicPr>
          <p:nvPr/>
        </p:nvPicPr>
        <p:blipFill>
          <a:blip r:embed="rId4"/>
          <a:stretch>
            <a:fillRect/>
          </a:stretch>
        </p:blipFill>
        <p:spPr>
          <a:xfrm>
            <a:off x="1054735" y="1934845"/>
            <a:ext cx="4606290" cy="4346575"/>
          </a:xfrm>
          <a:prstGeom prst="rect">
            <a:avLst/>
          </a:prstGeom>
          <a:effectLst>
            <a:glow rad="63500">
              <a:schemeClr val="accent4">
                <a:satMod val="175000"/>
                <a:alpha val="40000"/>
              </a:schemeClr>
            </a:glow>
          </a:effectLst>
        </p:spPr>
      </p:pic>
      <p:pic>
        <p:nvPicPr>
          <p:cNvPr id="10" name="图片 9" descr="myplot（二维三车）（断联）二维轨迹图"/>
          <p:cNvPicPr>
            <a:picLocks noChangeAspect="1"/>
          </p:cNvPicPr>
          <p:nvPr/>
        </p:nvPicPr>
        <p:blipFill>
          <a:blip r:embed="rId5"/>
          <a:stretch>
            <a:fillRect/>
          </a:stretch>
        </p:blipFill>
        <p:spPr>
          <a:xfrm>
            <a:off x="6212205" y="1934845"/>
            <a:ext cx="4964430" cy="4345940"/>
          </a:xfrm>
          <a:prstGeom prst="rect">
            <a:avLst/>
          </a:prstGeom>
          <a:effectLst>
            <a:glow rad="63500">
              <a:schemeClr val="accent5">
                <a:satMod val="175000"/>
                <a:alpha val="40000"/>
              </a:schemeClr>
            </a:glow>
          </a:effectLst>
        </p:spPr>
      </p:pic>
    </p:spTree>
    <p:custDataLst>
      <p:tags r:id="rId6"/>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75000"/>
          </a:blip>
        </a:blipFill>
        <a:effectLst/>
      </p:bgPr>
    </p:bg>
    <p:spTree>
      <p:nvGrpSpPr>
        <p:cNvPr id="1" name=""/>
        <p:cNvGrpSpPr/>
        <p:nvPr/>
      </p:nvGrpSpPr>
      <p:grpSpPr/>
      <p:sp>
        <p:nvSpPr>
          <p:cNvPr id="2" name="文本占位符 1"/>
          <p:cNvSpPr>
            <a:spLocks noGrp="1"/>
          </p:cNvSpPr>
          <p:nvPr>
            <p:ph type="body" idx="1"/>
            <p:custDataLst>
              <p:tags r:id="rId2"/>
            </p:custDataLst>
          </p:nvPr>
        </p:nvSpPr>
        <p:spPr>
          <a:xfrm flipV="1">
            <a:off x="695960" y="1217295"/>
            <a:ext cx="5323840" cy="84455"/>
          </a:xfrm>
        </p:spPr>
        <p:txBody>
          <a:bodyPr>
            <a:normAutofit fontScale="25000"/>
          </a:bodyPr>
          <a:p>
            <a:r>
              <a:rPr lang="zh-CN" altLang="en-US"/>
              <a:t>单击此处编辑母版标题样式</a:t>
            </a:r>
            <a:endParaRPr lang="zh-CN" altLang="en-US"/>
          </a:p>
        </p:txBody>
      </p:sp>
      <p:sp>
        <p:nvSpPr>
          <p:cNvPr id="3" name="内容占位符 2"/>
          <p:cNvSpPr>
            <a:spLocks noGrp="1"/>
          </p:cNvSpPr>
          <p:nvPr>
            <p:ph sz="half" idx="2"/>
            <p:custDataLst>
              <p:tags r:id="rId3"/>
            </p:custDataLst>
          </p:nvPr>
        </p:nvSpPr>
        <p:spPr>
          <a:xfrm>
            <a:off x="227330" y="1217295"/>
            <a:ext cx="7922895" cy="4958080"/>
          </a:xfrm>
        </p:spPr>
        <p:txBody>
          <a:bodyPr>
            <a:normAutofit fontScale="25000"/>
          </a:bodyPr>
          <a:p>
            <a:pPr marL="0" indent="0">
              <a:buNone/>
            </a:pPr>
            <a:r>
              <a:rPr lang="zh-CN" altLang="en-US" sz="7200" b="1">
                <a:solidFill>
                  <a:schemeClr val="tx1"/>
                </a:solidFill>
              </a:rPr>
              <a:t>附加题代码实现思路：</a:t>
            </a:r>
            <a:endParaRPr lang="zh-CN" altLang="en-US" sz="7200" b="1">
              <a:solidFill>
                <a:schemeClr val="tx1"/>
              </a:solidFill>
            </a:endParaRPr>
          </a:p>
          <a:p>
            <a:pPr marL="0" indent="0">
              <a:buNone/>
            </a:pPr>
            <a:r>
              <a:rPr lang="zh-CN" altLang="en-US" sz="7200" b="1">
                <a:solidFill>
                  <a:schemeClr val="tx1"/>
                </a:solidFill>
              </a:rPr>
              <a:t>读取</a:t>
            </a:r>
            <a:r>
              <a:rPr lang="en-US" altLang="zh-CN" sz="7200" b="1">
                <a:solidFill>
                  <a:schemeClr val="tx1"/>
                </a:solidFill>
              </a:rPr>
              <a:t> data.json </a:t>
            </a:r>
            <a:r>
              <a:rPr lang="zh-CN" altLang="en-US" sz="7200" b="1">
                <a:solidFill>
                  <a:schemeClr val="tx1"/>
                </a:solidFill>
              </a:rPr>
              <a:t>中的点坐标，手动定义道路边（环形连接）。</a:t>
            </a:r>
            <a:endParaRPr lang="zh-CN" altLang="en-US" sz="7200" b="1">
              <a:solidFill>
                <a:schemeClr val="tx1"/>
              </a:solidFill>
            </a:endParaRPr>
          </a:p>
          <a:p>
            <a:pPr marL="0" indent="0">
              <a:buNone/>
            </a:pPr>
            <a:r>
              <a:rPr lang="zh-CN" altLang="en-US" sz="7200" b="1">
                <a:solidFill>
                  <a:schemeClr val="tx1"/>
                </a:solidFill>
              </a:rPr>
              <a:t>每条道路是一条直线段，用起点、终点、方向向量、长度表示。车辆模型与控制每辆车沿所在道路运动，使用一维弧长坐标（从</a:t>
            </a:r>
            <a:r>
              <a:rPr lang="en-US" altLang="zh-CN" sz="7200" b="1">
                <a:solidFill>
                  <a:schemeClr val="tx1"/>
                </a:solidFill>
              </a:rPr>
              <a:t> 0 </a:t>
            </a:r>
            <a:r>
              <a:rPr lang="zh-CN" altLang="en-US" sz="7200" b="1">
                <a:solidFill>
                  <a:schemeClr val="tx1"/>
                </a:solidFill>
              </a:rPr>
              <a:t>到道路长度）。</a:t>
            </a:r>
            <a:endParaRPr lang="zh-CN" altLang="en-US" sz="7200" b="1">
              <a:solidFill>
                <a:schemeClr val="tx1"/>
              </a:solidFill>
            </a:endParaRPr>
          </a:p>
          <a:p>
            <a:pPr marL="0" indent="0">
              <a:buNone/>
            </a:pPr>
            <a:r>
              <a:rPr lang="zh-CN" altLang="en-US" sz="7200" b="1">
                <a:solidFill>
                  <a:schemeClr val="tx1"/>
                </a:solidFill>
              </a:rPr>
              <a:t>控制律采用</a:t>
            </a:r>
            <a:r>
              <a:rPr lang="zh-CN" altLang="en-US" sz="7200" b="1">
                <a:solidFill>
                  <a:schemeClr val="tx1"/>
                </a:solidFill>
                <a:highlight>
                  <a:srgbClr val="FFFF00"/>
                </a:highlight>
              </a:rPr>
              <a:t>一维版本</a:t>
            </a:r>
            <a:r>
              <a:rPr lang="zh-CN" altLang="en-US" sz="7200" b="1">
                <a:solidFill>
                  <a:schemeClr val="tx1"/>
                </a:solidFill>
              </a:rPr>
              <a:t>的编队协议：</a:t>
            </a:r>
            <a:endParaRPr lang="zh-CN" altLang="en-US" sz="7200" b="1">
              <a:solidFill>
                <a:schemeClr val="tx1"/>
              </a:solidFill>
            </a:endParaRPr>
          </a:p>
          <a:p>
            <a:pPr marL="0" indent="0">
              <a:buNone/>
            </a:pPr>
            <a:r>
              <a:rPr lang="zh-CN" altLang="en-US" sz="7200" b="1">
                <a:solidFill>
                  <a:schemeClr val="tx1"/>
                </a:solidFill>
              </a:rPr>
              <a:t>第一辆车跟踪一个虚拟领导车（匀速），保持自身位置与虚拟领导一致。</a:t>
            </a:r>
            <a:endParaRPr lang="zh-CN" altLang="en-US" sz="7200" b="1">
              <a:solidFill>
                <a:schemeClr val="tx1"/>
              </a:solidFill>
            </a:endParaRPr>
          </a:p>
          <a:p>
            <a:pPr marL="0" indent="0">
              <a:buNone/>
            </a:pPr>
            <a:r>
              <a:rPr lang="zh-CN" altLang="en-US" sz="7200" b="1">
                <a:solidFill>
                  <a:schemeClr val="tx1"/>
                </a:solidFill>
              </a:rPr>
              <a:t>后续车辆跟踪前车，保持期望间距。</a:t>
            </a:r>
            <a:endParaRPr lang="zh-CN" altLang="en-US" sz="7200" b="1">
              <a:solidFill>
                <a:schemeClr val="tx1"/>
              </a:solidFill>
            </a:endParaRPr>
          </a:p>
          <a:p>
            <a:pPr marL="0" indent="0">
              <a:buNone/>
            </a:pPr>
            <a:r>
              <a:rPr lang="zh-CN" altLang="en-US" sz="7200" b="1">
                <a:solidFill>
                  <a:schemeClr val="tx1"/>
                </a:solidFill>
              </a:rPr>
              <a:t>本质上仍然是</a:t>
            </a:r>
            <a:r>
              <a:rPr lang="en-US" altLang="zh-CN" sz="7200" b="1">
                <a:solidFill>
                  <a:schemeClr val="tx1"/>
                </a:solidFill>
              </a:rPr>
              <a:t> PD </a:t>
            </a:r>
            <a:r>
              <a:rPr lang="zh-CN" altLang="en-US" sz="7200" b="1">
                <a:solidFill>
                  <a:schemeClr val="tx1"/>
                </a:solidFill>
              </a:rPr>
              <a:t>控制器（位置差</a:t>
            </a:r>
            <a:r>
              <a:rPr lang="en-US" altLang="zh-CN" sz="7200" b="1">
                <a:solidFill>
                  <a:schemeClr val="tx1"/>
                </a:solidFill>
              </a:rPr>
              <a:t> + </a:t>
            </a:r>
            <a:r>
              <a:rPr lang="zh-CN" altLang="en-US" sz="7200" b="1">
                <a:solidFill>
                  <a:schemeClr val="tx1"/>
                </a:solidFill>
              </a:rPr>
              <a:t>速度差），但只沿道路方向，简化了二维平面控制。将弧长坐标转换为二维坐标，用散点图显示。</a:t>
            </a:r>
            <a:endParaRPr lang="zh-CN" altLang="en-US" sz="7200" b="1">
              <a:solidFill>
                <a:schemeClr val="tx1"/>
              </a:solidFill>
            </a:endParaRPr>
          </a:p>
          <a:p>
            <a:pPr marL="0" indent="0">
              <a:buNone/>
            </a:pPr>
            <a:r>
              <a:rPr lang="zh-CN" altLang="en-US" sz="7200" b="1">
                <a:solidFill>
                  <a:schemeClr val="tx1"/>
                </a:solidFill>
              </a:rPr>
              <a:t>使用</a:t>
            </a:r>
            <a:r>
              <a:rPr lang="en-US" altLang="zh-CN" sz="7200" b="1">
                <a:solidFill>
                  <a:schemeClr val="tx1"/>
                </a:solidFill>
              </a:rPr>
              <a:t> matplotlib.animation </a:t>
            </a:r>
            <a:r>
              <a:rPr lang="zh-CN" altLang="en-US" sz="7200" b="1">
                <a:solidFill>
                  <a:schemeClr val="tx1"/>
                </a:solidFill>
              </a:rPr>
              <a:t>逐帧更新散点位置，生成动画地图背景（所有道路线段）。</a:t>
            </a:r>
            <a:endParaRPr lang="zh-CN" altLang="en-US" sz="7200" b="1">
              <a:solidFill>
                <a:schemeClr val="tx1"/>
              </a:solidFill>
            </a:endParaRPr>
          </a:p>
        </p:txBody>
      </p:sp>
      <p:sp>
        <p:nvSpPr>
          <p:cNvPr id="6" name="标题 5"/>
          <p:cNvSpPr>
            <a:spLocks noGrp="1"/>
          </p:cNvSpPr>
          <p:nvPr>
            <p:ph type="title"/>
            <p:custDataLst>
              <p:tags r:id="rId4"/>
            </p:custDataLst>
          </p:nvPr>
        </p:nvSpPr>
        <p:spPr/>
        <p:txBody>
          <a:bodyPr/>
          <a:p>
            <a:r>
              <a:rPr lang="en-US" altLang="zh-CN" sz="2400" spc="300" dirty="0">
                <a:latin typeface="微软雅黑" panose="020B0503020204020204" charset="-122"/>
                <a:ea typeface="微软雅黑" panose="020B0503020204020204" charset="-122"/>
                <a:cs typeface="微软雅黑" panose="020B0503020204020204" charset="-122"/>
                <a:sym typeface="+mn-ea"/>
              </a:rPr>
              <a:t>04 </a:t>
            </a:r>
            <a:r>
              <a:rPr lang="zh-CN" altLang="en-US" sz="2400" spc="300" dirty="0">
                <a:latin typeface="微软雅黑" panose="020B0503020204020204" charset="-122"/>
                <a:ea typeface="微软雅黑" panose="020B0503020204020204" charset="-122"/>
                <a:cs typeface="微软雅黑" panose="020B0503020204020204" charset="-122"/>
                <a:sym typeface="+mn-ea"/>
              </a:rPr>
              <a:t>自适应机制，附加题与总结</a:t>
            </a:r>
            <a:endParaRPr lang="zh-CN" altLang="en-US" sz="2400">
              <a:latin typeface="微软雅黑" panose="020B0503020204020204" charset="-122"/>
              <a:ea typeface="微软雅黑" panose="020B0503020204020204" charset="-122"/>
              <a:cs typeface="微软雅黑" panose="020B0503020204020204" charset="-122"/>
            </a:endParaRPr>
          </a:p>
        </p:txBody>
      </p:sp>
      <p:pic>
        <p:nvPicPr>
          <p:cNvPr id="9" name="图片 8" descr="map_formation"/>
          <p:cNvPicPr>
            <a:picLocks noChangeAspect="1"/>
          </p:cNvPicPr>
          <p:nvPr/>
        </p:nvPicPr>
        <p:blipFill>
          <a:blip r:embed="rId5"/>
          <a:stretch>
            <a:fillRect/>
          </a:stretch>
        </p:blipFill>
        <p:spPr>
          <a:xfrm>
            <a:off x="8252460" y="1693545"/>
            <a:ext cx="4389120" cy="3710305"/>
          </a:xfrm>
          <a:prstGeom prst="rect">
            <a:avLst/>
          </a:prstGeom>
          <a:effectLst>
            <a:glow rad="101600">
              <a:schemeClr val="accent3">
                <a:lumMod val="60000"/>
                <a:lumOff val="40000"/>
                <a:alpha val="40000"/>
              </a:schemeClr>
            </a:glow>
          </a:effectLst>
        </p:spPr>
      </p:pic>
      <p:sp>
        <p:nvSpPr>
          <p:cNvPr id="11" name="文本框 10"/>
          <p:cNvSpPr txBox="1"/>
          <p:nvPr/>
        </p:nvSpPr>
        <p:spPr>
          <a:xfrm>
            <a:off x="10993755" y="6023610"/>
            <a:ext cx="4064000" cy="368300"/>
          </a:xfrm>
          <a:prstGeom prst="rect">
            <a:avLst/>
          </a:prstGeom>
          <a:noFill/>
        </p:spPr>
        <p:txBody>
          <a:bodyPr wrap="square" rtlCol="0">
            <a:spAutoFit/>
          </a:bodyPr>
          <a:p>
            <a:endParaRPr lang="zh-CN" altLang="en-US"/>
          </a:p>
        </p:txBody>
      </p:sp>
    </p:spTree>
    <p:custDataLst>
      <p:tags r:id="rId6"/>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txBox="1"/>
          <p:nvPr userDrawn="1">
            <p:custDataLst>
              <p:tags r:id="rId1"/>
            </p:custDataLst>
          </p:nvPr>
        </p:nvSpPr>
        <p:spPr>
          <a:xfrm>
            <a:off x="665179" y="5726310"/>
            <a:ext cx="10973399" cy="1043940"/>
          </a:xfrm>
          <a:prstGeom prst="rect">
            <a:avLst/>
          </a:prstGeom>
          <a:noFill/>
          <a:ln w="3175">
            <a:noFill/>
            <a:prstDash val="dash"/>
          </a:ln>
        </p:spPr>
        <p:txBody>
          <a:bodyPr wrap="square" lIns="90170" tIns="46990" rIns="90170" bIns="4699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ysClr val="windowText" lastClr="000000"/>
                </a:solidFill>
                <a:effectLst/>
                <a:latin typeface="+mj-lt"/>
                <a:ea typeface="+mn-ea"/>
                <a:cs typeface="Segoe UI" panose="020B0502040204020203" pitchFamily="34" charset="0"/>
              </a:defRPr>
            </a:lvl1pPr>
          </a:lstStyle>
          <a:p>
            <a:pPr algn="just">
              <a:lnSpc>
                <a:spcPct val="130000"/>
              </a:lnSpc>
              <a:spcAft>
                <a:spcPts val="800"/>
              </a:spcAft>
            </a:pPr>
            <a:r>
              <a:rPr lang="zh-CN" altLang="en-US" sz="1400" spc="50">
                <a:ln w="3175">
                  <a:noFill/>
                  <a:prstDash val="dash"/>
                </a:ln>
                <a:solidFill>
                  <a:schemeClr val="accent3">
                    <a:lumMod val="60000"/>
                    <a:lumOff val="40000"/>
                  </a:schemeClr>
                </a:solidFill>
                <a:latin typeface="+mn-lt"/>
                <a:cs typeface="微软雅黑" panose="020B0503020204020204" charset="-122"/>
              </a:rPr>
              <a:t>一开始看到这个任务真的被吓到了，即使有</a:t>
            </a:r>
            <a:r>
              <a:rPr lang="en-US" altLang="zh-CN" sz="1400" spc="50">
                <a:ln w="3175">
                  <a:noFill/>
                  <a:prstDash val="dash"/>
                </a:ln>
                <a:solidFill>
                  <a:schemeClr val="accent3">
                    <a:lumMod val="60000"/>
                    <a:lumOff val="40000"/>
                  </a:schemeClr>
                </a:solidFill>
                <a:latin typeface="+mn-lt"/>
                <a:cs typeface="微软雅黑" panose="020B0503020204020204" charset="-122"/>
              </a:rPr>
              <a:t>AI</a:t>
            </a:r>
            <a:r>
              <a:rPr lang="zh-CN" altLang="en-US" sz="1400" spc="50">
                <a:ln w="3175">
                  <a:noFill/>
                  <a:prstDash val="dash"/>
                </a:ln>
                <a:solidFill>
                  <a:schemeClr val="accent3">
                    <a:lumMod val="60000"/>
                    <a:lumOff val="40000"/>
                  </a:schemeClr>
                </a:solidFill>
                <a:latin typeface="+mn-lt"/>
                <a:cs typeface="微软雅黑" panose="020B0503020204020204" charset="-122"/>
              </a:rPr>
              <a:t>的帮助也很有挑战性，这其实很考验一个人解决问题的能力。但是慢慢做着做着也就做下去了。感谢</a:t>
            </a:r>
            <a:r>
              <a:rPr lang="en-US" altLang="zh-CN" sz="1400" spc="50">
                <a:ln w="3175">
                  <a:noFill/>
                  <a:prstDash val="dash"/>
                </a:ln>
                <a:solidFill>
                  <a:schemeClr val="accent3">
                    <a:lumMod val="60000"/>
                    <a:lumOff val="40000"/>
                  </a:schemeClr>
                </a:solidFill>
                <a:latin typeface="+mn-lt"/>
                <a:cs typeface="微软雅黑" panose="020B0503020204020204" charset="-122"/>
              </a:rPr>
              <a:t>QG</a:t>
            </a:r>
            <a:r>
              <a:rPr lang="zh-CN" altLang="en-US" sz="1400" spc="50">
                <a:ln w="3175">
                  <a:noFill/>
                  <a:prstDash val="dash"/>
                </a:ln>
                <a:solidFill>
                  <a:schemeClr val="accent3">
                    <a:lumMod val="60000"/>
                    <a:lumOff val="40000"/>
                  </a:schemeClr>
                </a:solidFill>
                <a:latin typeface="+mn-lt"/>
                <a:cs typeface="微软雅黑" panose="020B0503020204020204" charset="-122"/>
              </a:rPr>
              <a:t>！在这个过程学习到了</a:t>
            </a:r>
            <a:r>
              <a:rPr lang="zh-CN" altLang="en-US" sz="1400" spc="50">
                <a:ln w="3175">
                  <a:noFill/>
                  <a:prstDash val="dash"/>
                </a:ln>
                <a:solidFill>
                  <a:schemeClr val="accent3">
                    <a:lumMod val="60000"/>
                    <a:lumOff val="40000"/>
                  </a:schemeClr>
                </a:solidFill>
                <a:latin typeface="+mn-lt"/>
                <a:cs typeface="微软雅黑" panose="020B0503020204020204" charset="-122"/>
              </a:rPr>
              <a:t>很多知识，这一周的体验很精彩很有意思！</a:t>
            </a:r>
            <a:endParaRPr lang="zh-CN" altLang="en-US" sz="1400" spc="50">
              <a:ln w="3175">
                <a:noFill/>
                <a:prstDash val="dash"/>
              </a:ln>
              <a:solidFill>
                <a:schemeClr val="accent3">
                  <a:lumMod val="60000"/>
                  <a:lumOff val="40000"/>
                </a:schemeClr>
              </a:solidFill>
              <a:latin typeface="+mn-lt"/>
              <a:cs typeface="微软雅黑" panose="020B0503020204020204" charset="-122"/>
            </a:endParaRPr>
          </a:p>
        </p:txBody>
      </p:sp>
      <p:sp>
        <p:nvSpPr>
          <p:cNvPr id="7" name="Title 6"/>
          <p:cNvSpPr txBox="1"/>
          <p:nvPr userDrawn="1">
            <p:custDataLst>
              <p:tags r:id="rId2"/>
            </p:custDataLst>
          </p:nvPr>
        </p:nvSpPr>
        <p:spPr>
          <a:xfrm>
            <a:off x="609299" y="4486088"/>
            <a:ext cx="10973399" cy="565147"/>
          </a:xfrm>
          <a:prstGeom prst="rect">
            <a:avLst/>
          </a:prstGeom>
          <a:noFill/>
          <a:ln w="3175">
            <a:noFill/>
            <a:prstDash val="dash"/>
          </a:ln>
        </p:spPr>
        <p:txBody>
          <a:bodyPr wrap="square" lIns="90170" tIns="46990" rIns="90170" bIns="4699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ysClr val="windowText" lastClr="000000"/>
                </a:solidFill>
                <a:effectLst/>
                <a:latin typeface="+mj-lt"/>
                <a:ea typeface="+mn-ea"/>
                <a:cs typeface="Segoe UI" panose="020B0502040204020203" pitchFamily="34" charset="0"/>
              </a:defRPr>
            </a:lvl1pPr>
          </a:lstStyle>
          <a:p>
            <a:pPr>
              <a:lnSpc>
                <a:spcPct val="100000"/>
              </a:lnSpc>
              <a:spcAft>
                <a:spcPts val="800"/>
              </a:spcAft>
            </a:pPr>
            <a:r>
              <a:rPr altLang="zh-CN" sz="2300" b="1" spc="300">
                <a:latin typeface="微软雅黑" panose="020B0503020204020204" charset="-122"/>
                <a:ea typeface="微软雅黑" panose="020B0503020204020204" charset="-122"/>
                <a:cs typeface="微软雅黑" panose="020B0503020204020204" charset="-122"/>
                <a:sym typeface="+mn-ea"/>
              </a:rPr>
              <a:t>04 </a:t>
            </a:r>
            <a:r>
              <a:rPr lang="zh-CN" altLang="en-US" sz="2300" b="1" spc="300">
                <a:latin typeface="微软雅黑" panose="020B0503020204020204" charset="-122"/>
                <a:ea typeface="微软雅黑" panose="020B0503020204020204" charset="-122"/>
                <a:cs typeface="微软雅黑" panose="020B0503020204020204" charset="-122"/>
                <a:sym typeface="+mn-ea"/>
              </a:rPr>
              <a:t>自适应机制，附加题与总结</a:t>
            </a:r>
            <a:endParaRPr lang="zh-CN" altLang="en-US" sz="2300" b="1">
              <a:latin typeface="微软雅黑" panose="020B0503020204020204" charset="-122"/>
              <a:ea typeface="微软雅黑" panose="020B0503020204020204" charset="-122"/>
              <a:cs typeface="微软雅黑" panose="020B0503020204020204" charset="-122"/>
            </a:endParaRPr>
          </a:p>
          <a:p>
            <a:pPr>
              <a:lnSpc>
                <a:spcPct val="100000"/>
              </a:lnSpc>
              <a:spcAft>
                <a:spcPts val="800"/>
              </a:spcAft>
            </a:pPr>
            <a:endParaRPr lang="zh-CN" altLang="en-US" sz="1500" b="1" spc="300" dirty="0">
              <a:ln w="3175">
                <a:noFill/>
                <a:prstDash val="dash"/>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pic>
        <p:nvPicPr>
          <p:cNvPr id="4" name="图片 3" descr="F:\高清图\高楼蓝色\abstract-abstract-expressionism-aerial-photography-2660093 (1).jpgabstract-abstract-expressionism-aerial-photography-2660093 (1)"/>
          <p:cNvPicPr/>
          <p:nvPr>
            <p:custDataLst>
              <p:tags r:id="rId3"/>
            </p:custDataLst>
          </p:nvPr>
        </p:nvPicPr>
        <p:blipFill>
          <a:blip r:embed="rId4">
            <a:lum bright="6000" contrast="-6000"/>
          </a:blip>
          <a:srcRect r="-174"/>
          <a:stretch>
            <a:fillRect/>
          </a:stretch>
        </p:blipFill>
        <p:spPr>
          <a:xfrm>
            <a:off x="614045" y="616585"/>
            <a:ext cx="10969200" cy="3643200"/>
          </a:xfrm>
          <a:prstGeom prst="rect">
            <a:avLst/>
          </a:prstGeom>
          <a:effectLst>
            <a:glow rad="228600">
              <a:schemeClr val="accent3">
                <a:satMod val="175000"/>
                <a:alpha val="40000"/>
              </a:schemeClr>
            </a:glow>
          </a:effectLst>
        </p:spPr>
      </p:pic>
      <p:sp>
        <p:nvSpPr>
          <p:cNvPr id="2" name="文本框 1"/>
          <p:cNvSpPr txBox="1"/>
          <p:nvPr/>
        </p:nvSpPr>
        <p:spPr>
          <a:xfrm>
            <a:off x="712470" y="5147310"/>
            <a:ext cx="9985375" cy="527685"/>
          </a:xfrm>
          <a:prstGeom prst="rect">
            <a:avLst/>
          </a:prstGeom>
          <a:noFill/>
        </p:spPr>
        <p:txBody>
          <a:bodyPr wrap="square" rtlCol="0">
            <a:noAutofit/>
          </a:bodyPr>
          <a:p>
            <a:r>
              <a:rPr lang="zh-CN" altLang="en-US"/>
              <a:t>综上，完整复现了论文的算法，并通过可视化直观展示了不同通信拓扑下的性能差异。</a:t>
            </a:r>
            <a:endParaRPr lang="zh-CN" altLang="en-US"/>
          </a:p>
        </p:txBody>
      </p:sp>
    </p:spTree>
    <p:custDataLst>
      <p:tags r:id="rId5"/>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p:cNvSpPr>
            <a:spLocks noGrp="1"/>
          </p:cNvSpPr>
          <p:nvPr>
            <p:ph type="ctrTitle"/>
            <p:custDataLst>
              <p:tags r:id="rId1"/>
            </p:custDataLst>
          </p:nvPr>
        </p:nvSpPr>
        <p:spPr>
          <a:xfrm>
            <a:off x="4896000" y="1692000"/>
            <a:ext cx="5936400" cy="1825200"/>
          </a:xfrm>
          <a:effectLst>
            <a:glow rad="63500">
              <a:schemeClr val="accent1">
                <a:satMod val="175000"/>
                <a:alpha val="40000"/>
              </a:schemeClr>
            </a:glow>
            <a:reflection blurRad="6350" stA="52000" endA="300" endPos="32000" dir="5400000" sy="-100000" algn="bl" rotWithShape="0"/>
          </a:effectLst>
        </p:spPr>
        <p:txBody>
          <a:bodyPr/>
          <a:lstStyle/>
          <a:p>
            <a:pPr marL="0" indent="0" algn="r">
              <a:lnSpc>
                <a:spcPct val="100000"/>
              </a:lnSpc>
              <a:spcBef>
                <a:spcPts val="0"/>
              </a:spcBef>
              <a:spcAft>
                <a:spcPts val="0"/>
              </a:spcAft>
              <a:buSzPct val="100000"/>
            </a:pPr>
            <a:r>
              <a:rPr lang="zh-CN" altLang="en-US" sz="6600"/>
              <a:t>THANK YOU</a:t>
            </a:r>
            <a:endParaRPr lang="zh-CN" altLang="en-US" sz="6600"/>
          </a:p>
        </p:txBody>
      </p:sp>
      <p:sp>
        <p:nvSpPr>
          <p:cNvPr id="9" name="联系方式"/>
          <p:cNvSpPr>
            <a:spLocks noGrp="1"/>
          </p:cNvSpPr>
          <p:nvPr>
            <p:ph type="body" sz="quarter" idx="16"/>
            <p:custDataLst>
              <p:tags r:id="rId2"/>
            </p:custDataLst>
          </p:nvPr>
        </p:nvSpPr>
        <p:spPr>
          <a:xfrm>
            <a:off x="8219870" y="5616000"/>
            <a:ext cx="2566800" cy="655491"/>
          </a:xfrm>
        </p:spPr>
        <p:txBody>
          <a:bodyPr/>
          <a:lstStyle/>
          <a:p>
            <a:r>
              <a:rPr lang="zh-CN" altLang="en-US" b="1">
                <a:solidFill>
                  <a:schemeClr val="accent3">
                    <a:lumMod val="60000"/>
                    <a:lumOff val="40000"/>
                  </a:schemeClr>
                </a:solidFill>
              </a:rPr>
              <a:t>计算机类</a:t>
            </a:r>
            <a:r>
              <a:rPr lang="en-US" altLang="zh-CN" b="1">
                <a:solidFill>
                  <a:schemeClr val="accent3">
                    <a:lumMod val="60000"/>
                    <a:lumOff val="40000"/>
                  </a:schemeClr>
                </a:solidFill>
              </a:rPr>
              <a:t>14</a:t>
            </a:r>
            <a:r>
              <a:rPr lang="zh-CN" altLang="en-US" b="1">
                <a:solidFill>
                  <a:schemeClr val="accent3">
                    <a:lumMod val="60000"/>
                    <a:lumOff val="40000"/>
                  </a:schemeClr>
                </a:solidFill>
              </a:rPr>
              <a:t>班</a:t>
            </a:r>
            <a:endParaRPr lang="zh-CN" altLang="en-US" b="1">
              <a:solidFill>
                <a:schemeClr val="accent3">
                  <a:lumMod val="60000"/>
                  <a:lumOff val="40000"/>
                </a:schemeClr>
              </a:solidFill>
            </a:endParaRPr>
          </a:p>
        </p:txBody>
      </p:sp>
      <p:sp>
        <p:nvSpPr>
          <p:cNvPr id="10" name="署名"/>
          <p:cNvSpPr>
            <a:spLocks noGrp="1"/>
          </p:cNvSpPr>
          <p:nvPr>
            <p:ph type="body" sz="quarter" idx="17"/>
            <p:custDataLst>
              <p:tags r:id="rId3"/>
            </p:custDataLst>
          </p:nvPr>
        </p:nvSpPr>
        <p:spPr>
          <a:prstGeom prst="rect">
            <a:avLst/>
          </a:prstGeom>
        </p:spPr>
        <p:txBody>
          <a:bodyPr/>
          <a:p>
            <a:r>
              <a:rPr altLang="en-US" b="1">
                <a:solidFill>
                  <a:schemeClr val="accent3">
                    <a:lumMod val="60000"/>
                    <a:lumOff val="40000"/>
                  </a:schemeClr>
                </a:solidFill>
              </a:rPr>
              <a:t>汇报人：</a:t>
            </a:r>
            <a:r>
              <a:rPr lang="zh-CN" b="1">
                <a:solidFill>
                  <a:schemeClr val="accent3">
                    <a:lumMod val="60000"/>
                    <a:lumOff val="40000"/>
                  </a:schemeClr>
                </a:solidFill>
              </a:rPr>
              <a:t>陈俊铭</a:t>
            </a:r>
            <a:endParaRPr lang="zh-CN" b="1">
              <a:solidFill>
                <a:schemeClr val="accent3">
                  <a:lumMod val="60000"/>
                  <a:lumOff val="40000"/>
                </a:schemeClr>
              </a:solidFill>
            </a:endParaRPr>
          </a:p>
        </p:txBody>
      </p:sp>
      <p:pic>
        <p:nvPicPr>
          <p:cNvPr id="8" name="图片 7" descr="0EB681030FF9894DDF6DD565E156D46D"/>
          <p:cNvPicPr>
            <a:picLocks noChangeAspect="1"/>
          </p:cNvPicPr>
          <p:nvPr/>
        </p:nvPicPr>
        <p:blipFill>
          <a:blip r:embed="rId4"/>
          <a:stretch>
            <a:fillRect/>
          </a:stretch>
        </p:blipFill>
        <p:spPr>
          <a:xfrm>
            <a:off x="631190" y="4704080"/>
            <a:ext cx="539115" cy="512445"/>
          </a:xfrm>
          <a:prstGeom prst="rect">
            <a:avLst/>
          </a:prstGeom>
        </p:spPr>
      </p:pic>
    </p:spTree>
    <p:custDataLst>
      <p:tags r:id="rId5"/>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 name="KSO_WM_SLIDE_BACKGROUND_TYPE" val="leftRight"/>
  <p:tag name="KSO_WM_SLIDE_BK_DARK_LIGHT" val="2"/>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2"/>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824"/>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824"/>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6.xml><?xml version="1.0" encoding="utf-8"?>
<p:tagLst xmlns:p="http://schemas.openxmlformats.org/presentationml/2006/main">
  <p:tag name="KSO_WM_TEMPLATE_SUBCATEGORY" val="0"/>
  <p:tag name="KSO_WM_TEMPLATE_MASTER_TYPE" val="1"/>
  <p:tag name="KSO_WM_TEMPLATE_COLOR_TYPE" val="1"/>
  <p:tag name="KSO_WM_TEMPLATE_MASTER_THUMB_INDEX" val="18"/>
  <p:tag name="KSO_WM_TAG_VERSION" val="1.0"/>
  <p:tag name="KSO_WM_BEAUTIFY_FLAG" val="#wm#"/>
  <p:tag name="KSO_WM_TEMPLATE_CATEGORY" val="custom"/>
  <p:tag name="KSO_WM_TEMPLATE_INDEX" val="20202824"/>
  <p:tag name="KSO_WM_TEMPLATE_THUMBS_INDEX" val="1、4、5、6、7、8、9、10、11、12、13"/>
</p:tagLst>
</file>

<file path=ppt/tags/tag187.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6"/>
</p:tagLst>
</file>

<file path=ppt/tags/tag189.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50"/>
</p:tagLst>
</file>

<file path=ppt/tags/tag19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3.xml><?xml version="1.0" encoding="utf-8"?>
<p:tagLst xmlns:p="http://schemas.openxmlformats.org/presentationml/2006/main">
  <p:tag name="KSO_WM_UNIT_TYPE" val="f"/>
  <p:tag name="KSO_WM_UNIT_SUBTYPE" val="d"/>
  <p:tag name="KSO_WM_UNIT_INDEX" val="2"/>
  <p:tag name="KSO_WM_BEAUTIFY_FLAG" val="#wm#"/>
  <p:tag name="KSO_WM_TAG_VERSION" val="3.0"/>
  <p:tag name="KSO_WM_UNIT_PRESET_TEXT" val="联系方式"/>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0"/>
</p:tagLst>
</file>

<file path=ppt/tags/tag194.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6"/>
</p:tagLst>
</file>

<file path=ppt/tags/tag19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9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7.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8.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9.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0.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1.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2.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3.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3"/>
</p:tagLst>
</file>

<file path=ppt/tags/tag204.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5.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6.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7.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8.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9.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0.xml><?xml version="1.0" encoding="utf-8"?>
<p:tagLst xmlns:p="http://schemas.openxmlformats.org/presentationml/2006/main">
  <p:tag name="KSO_WM_UNIT_TYPE" val="a"/>
  <p:tag name="KSO_WM_UNIT_INDEX" val="1"/>
  <p:tag name="KSO_WM_BEAUTIFY_FLAG" val="#wm#"/>
  <p:tag name="KSO_WM_TAG_VERSION" val="3.0"/>
  <p:tag name="KSO_WM_UNIT_PRESET_TEXT" val="单击编辑母版标题"/>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2"/>
</p:tagLst>
</file>

<file path=ppt/tags/tag211.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2.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3.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4.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1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7.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8.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9.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0.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1.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222.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223.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UNIT_VALUE" val="20"/>
</p:tagLst>
</file>

<file path=ppt/tags/tag224.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225.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6.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7.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22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30.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1.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2.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3.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4.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5.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7.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8.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9.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0.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41.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2.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3.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245.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6.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7.xml><?xml version="1.0" encoding="utf-8"?>
<p:tagLst xmlns:p="http://schemas.openxmlformats.org/presentationml/2006/main">
  <p:tag name="KSO_WM_UNIT_TYPE" val="a"/>
  <p:tag name="KSO_WM_UNIT_INDEX" val="1"/>
  <p:tag name="KSO_WM_BEAUTIFY_FLAG" val="#wm#"/>
  <p:tag name="KSO_WM_TAG_VERSION" val="3.0"/>
  <p:tag name="KSO_WM_UNIT_PRESET_TEXT" val="编辑母版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7"/>
</p:tagLst>
</file>

<file path=ppt/tags/tag248.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50"/>
</p:tagLst>
</file>

<file path=ppt/tags/tag249.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0.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1.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2.xml><?xml version="1.0" encoding="utf-8"?>
<p:tagLst xmlns:p="http://schemas.openxmlformats.org/presentationml/2006/main">
  <p:tag name="KSO_WM_UNIT_TYPE" val="f"/>
  <p:tag name="KSO_WM_UNIT_SUBTYPE" val="d"/>
  <p:tag name="KSO_WM_UNIT_INDEX" val="2"/>
  <p:tag name="KSO_WM_BEAUTIFY_FLAG" val="#wm#"/>
  <p:tag name="KSO_WM_TAG_VERSION" val="3.0"/>
  <p:tag name="KSO_WM_UNIT_PRESET_TEXT" val="联系方式"/>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0"/>
</p:tagLst>
</file>

<file path=ppt/tags/tag253.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6"/>
</p:tagLst>
</file>

<file path=ppt/tags/tag254.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5.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5894"/>
</p:tagLst>
</file>

<file path=ppt/tags/tag256.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5894"/>
</p:tagLst>
</file>

<file path=ppt/tags/tag257.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8.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9.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0.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5894"/>
  <p:tag name="KSO_WM_TEMPLATE_CATEGORY" val="custom"/>
  <p:tag name="KSO_WM_TEMPLATE_MASTER_TYPE" val="0"/>
</p:tagLst>
</file>

<file path=ppt/tags/tag261.xml><?xml version="1.0" encoding="utf-8"?>
<p:tagLst xmlns:p="http://schemas.openxmlformats.org/presentationml/2006/main">
  <p:tag name="KSO_WM_UNIT_TYPE" val="a"/>
  <p:tag name="KSO_WM_UNIT_INDEX" val="1"/>
  <p:tag name="KSO_WM_BEAUTIFY_FLAG" val="#wm#"/>
  <p:tag name="KSO_WM_TAG_VERSION" val="3.0"/>
  <p:tag name="KSO_WM_UNIT_ID" val="custom20235894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894"/>
  <p:tag name="KSO_WM_TEMPLATE_CATEGORY" val="custom"/>
  <p:tag name="KSO_WM_UNIT_ISCONTENTSTITLE" val="0"/>
  <p:tag name="KSO_WM_UNIT_TEXT_TYPE" val="1"/>
  <p:tag name="KSO_WM_UNIT_PRESET_TEXT" val="单击此处&#10;添加文档标题"/>
</p:tagLst>
</file>

<file path=ppt/tags/tag262.xml><?xml version="1.0" encoding="utf-8"?>
<p:tagLst xmlns:p="http://schemas.openxmlformats.org/presentationml/2006/main">
  <p:tag name="KSO_WM_UNIT_TYPE" val="f"/>
  <p:tag name="KSO_WM_UNIT_SUBTYPE" val="d"/>
  <p:tag name="KSO_WM_UNIT_INDEX" val="2"/>
  <p:tag name="KSO_WM_BEAUTIFY_FLAG" val="#wm#"/>
  <p:tag name="KSO_WM_TAG_VERSION" val="3.0"/>
  <p:tag name="KSO_WM_UNIT_ID" val="custom20235894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894"/>
  <p:tag name="KSO_WM_TEMPLATE_CATEGORY" val="custom"/>
</p:tagLst>
</file>

<file path=ppt/tags/tag263.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894"/>
  <p:tag name="KSO_WM_TEMPLATE_CATEGORY" val="custom"/>
  <p:tag name="KSO_WM_UNIT_PRESET_TEXT" val="署名"/>
  <p:tag name="KSO_WM_UNIT_VALUE" val="16"/>
</p:tagLst>
</file>

<file path=ppt/tags/tag264.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5894"/>
  <p:tag name="KSO_WM_TEMPLATE_CATEGORY" val="custom"/>
  <p:tag name="KSO_WM_SLIDE_INDEX" val="1"/>
  <p:tag name="KSO_WM_SLIDE_ID" val="custom20235894_1"/>
  <p:tag name="KSO_WM_TEMPLATE_MASTER_TYPE" val="0"/>
  <p:tag name="KSO_WM_SLIDE_LAYOUT" val="a_b_f"/>
  <p:tag name="KSO_WM_SLIDE_LAYOUT_CNT" val="1_1_2"/>
  <p:tag name="KSO_WM_SLIDE_THEME_ID" val="3332912"/>
  <p:tag name="KSO_WM_SLIDE_THEME_NAME" val="城市线条职场办公商务风"/>
</p:tagLst>
</file>

<file path=ppt/tags/tag265.xml><?xml version="1.0" encoding="utf-8"?>
<p:tagLst xmlns:p="http://schemas.openxmlformats.org/presentationml/2006/main">
  <p:tag name="KSO_WM_UNIT_TYPE" val="a"/>
  <p:tag name="KSO_WM_UNIT_INDEX" val="1"/>
  <p:tag name="KSO_WM_BEAUTIFY_FLAG" val="#wm#"/>
  <p:tag name="KSO_WM_TAG_VERSION" val="3.0"/>
  <p:tag name="KSO_WM_UNIT_ISCONTENTSTITLE" val="1"/>
  <p:tag name="KSO_WM_DIAGRAM_GROUP_CODE" val="l1-1"/>
  <p:tag name="KSO_WM_DIAGRAM_COLOR_TRICK" val="1"/>
  <p:tag name="KSO_WM_DIAGRAM_COLOR_TEXT_CAN_REMOVE" val="n"/>
  <p:tag name="KSO_WM_UNIT_ID" val="custom20235894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894"/>
  <p:tag name="KSO_WM_TEMPLATE_CATEGORY" val="custom"/>
</p:tagLst>
</file>

<file path=ppt/tags/tag266.xml><?xml version="1.0" encoding="utf-8"?>
<p:tagLst xmlns:p="http://schemas.openxmlformats.org/presentationml/2006/main">
  <p:tag name="KSO_WM_UNIT_TYPE" val="l_h_i"/>
  <p:tag name="KSO_WM_UNIT_SUBTYPE" val="d"/>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894_4*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894"/>
  <p:tag name="KSO_WM_TEMPLATE_CATEGORY" val="custom"/>
  <p:tag name="KSO_WM_DIAGRAM_MAX_ITEMCNT" val="6"/>
  <p:tag name="KSO_WM_DIAGRAM_MIN_ITEMCNT" val="2"/>
  <p:tag name="KSO_WM_DIAGRAM_VIRTUALLY_FRAME" val="{&quot;height&quot;:359.21881103515625,&quot;left&quot;:59.527559055118104,&quot;top&quot;:145.9716968446266,&quot;width&quot;:652.37244094488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
</p:tagLst>
</file>

<file path=ppt/tags/tag267.xml><?xml version="1.0" encoding="utf-8"?>
<p:tagLst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894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894"/>
  <p:tag name="KSO_WM_TEMPLATE_CATEGORY" val="custom"/>
  <p:tag name="KSO_WM_UNIT_SUBTYPE" val="a"/>
  <p:tag name="KSO_WM_UNIT_TEXT_TYPE" val="1"/>
  <p:tag name="KSO_WM_UNIT_PRESET_TEXT" val="单击添加目录项标题"/>
  <p:tag name="KSO_WM_DIAGRAM_MAX_ITEMCNT" val="6"/>
  <p:tag name="KSO_WM_DIAGRAM_MIN_ITEMCNT" val="2"/>
  <p:tag name="KSO_WM_DIAGRAM_VIRTUALLY_FRAME" val="{&quot;height&quot;:359.21881103515625,&quot;left&quot;:59.527559055118104,&quot;top&quot;:145.9716968446266,&quot;width&quot;:652.37244094488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68.xml><?xml version="1.0" encoding="utf-8"?>
<p:tagLst xmlns:p="http://schemas.openxmlformats.org/presentationml/2006/main">
  <p:tag name="KSO_WM_UNIT_TYPE" val="l_h_i"/>
  <p:tag name="KSO_WM_UNIT_SUBTYPE" val="d"/>
  <p:tag name="KSO_WM_UNIT_INDEX" val="1_2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894_4*l_h_i*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894"/>
  <p:tag name="KSO_WM_TEMPLATE_CATEGORY" val="custom"/>
  <p:tag name="KSO_WM_DIAGRAM_MAX_ITEMCNT" val="6"/>
  <p:tag name="KSO_WM_DIAGRAM_MIN_ITEMCNT" val="2"/>
  <p:tag name="KSO_WM_DIAGRAM_VIRTUALLY_FRAME" val="{&quot;height&quot;:359.21881103515625,&quot;left&quot;:59.527559055118104,&quot;top&quot;:145.9716968446266,&quot;width&quot;:652.37244094488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
</p:tagLst>
</file>

<file path=ppt/tags/tag269.xml><?xml version="1.0" encoding="utf-8"?>
<p:tagLst xmlns:p="http://schemas.openxmlformats.org/presentationml/2006/main">
  <p:tag name="KSO_WM_UNIT_TYPE" val="l_h_f"/>
  <p:tag name="KSO_WM_UNIT_INDEX" val="1_2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894_4*l_h_f*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894"/>
  <p:tag name="KSO_WM_TEMPLATE_CATEGORY" val="custom"/>
  <p:tag name="KSO_WM_UNIT_SUBTYPE" val="a"/>
  <p:tag name="KSO_WM_UNIT_TEXT_TYPE" val="1"/>
  <p:tag name="KSO_WM_UNIT_PRESET_TEXT" val="单击添加目录项标题"/>
  <p:tag name="KSO_WM_DIAGRAM_MAX_ITEMCNT" val="6"/>
  <p:tag name="KSO_WM_DIAGRAM_MIN_ITEMCNT" val="2"/>
  <p:tag name="KSO_WM_DIAGRAM_VIRTUALLY_FRAME" val="{&quot;height&quot;:359.21881103515625,&quot;left&quot;:59.527559055118104,&quot;top&quot;:145.9716968446266,&quot;width&quot;:652.37244094488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70.xml><?xml version="1.0" encoding="utf-8"?>
<p:tagLst xmlns:p="http://schemas.openxmlformats.org/presentationml/2006/main">
  <p:tag name="KSO_WM_UNIT_TYPE" val="l_h_i"/>
  <p:tag name="KSO_WM_UNIT_SUBTYPE" val="d"/>
  <p:tag name="KSO_WM_UNIT_INDEX" val="1_3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894_4*l_h_i*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894"/>
  <p:tag name="KSO_WM_TEMPLATE_CATEGORY" val="custom"/>
  <p:tag name="KSO_WM_DIAGRAM_MAX_ITEMCNT" val="6"/>
  <p:tag name="KSO_WM_DIAGRAM_MIN_ITEMCNT" val="2"/>
  <p:tag name="KSO_WM_DIAGRAM_VIRTUALLY_FRAME" val="{&quot;height&quot;:359.21881103515625,&quot;left&quot;:59.527559055118104,&quot;top&quot;:145.9716968446266,&quot;width&quot;:652.37244094488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
</p:tagLst>
</file>

<file path=ppt/tags/tag271.xml><?xml version="1.0" encoding="utf-8"?>
<p:tagLst xmlns:p="http://schemas.openxmlformats.org/presentationml/2006/main">
  <p:tag name="KSO_WM_UNIT_TYPE" val="l_h_f"/>
  <p:tag name="KSO_WM_UNIT_INDEX" val="1_3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894_4*l_h_f*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894"/>
  <p:tag name="KSO_WM_TEMPLATE_CATEGORY" val="custom"/>
  <p:tag name="KSO_WM_UNIT_SUBTYPE" val="a"/>
  <p:tag name="KSO_WM_UNIT_TEXT_TYPE" val="1"/>
  <p:tag name="KSO_WM_UNIT_PRESET_TEXT" val="单击添加目录项标题"/>
  <p:tag name="KSO_WM_DIAGRAM_MAX_ITEMCNT" val="6"/>
  <p:tag name="KSO_WM_DIAGRAM_MIN_ITEMCNT" val="2"/>
  <p:tag name="KSO_WM_DIAGRAM_VIRTUALLY_FRAME" val="{&quot;height&quot;:359.21881103515625,&quot;left&quot;:59.527559055118104,&quot;top&quot;:145.9716968446266,&quot;width&quot;:652.37244094488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72.xml><?xml version="1.0" encoding="utf-8"?>
<p:tagLst xmlns:p="http://schemas.openxmlformats.org/presentationml/2006/main">
  <p:tag name="KSO_WM_UNIT_TYPE" val="l_h_i"/>
  <p:tag name="KSO_WM_UNIT_SUBTYPE" val="d"/>
  <p:tag name="KSO_WM_UNIT_INDEX" val="1_4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894_4*l_h_i*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894"/>
  <p:tag name="KSO_WM_TEMPLATE_CATEGORY" val="custom"/>
  <p:tag name="KSO_WM_DIAGRAM_MAX_ITEMCNT" val="6"/>
  <p:tag name="KSO_WM_DIAGRAM_MIN_ITEMCNT" val="2"/>
  <p:tag name="KSO_WM_DIAGRAM_VIRTUALLY_FRAME" val="{&quot;height&quot;:359.21881103515625,&quot;left&quot;:59.527559055118104,&quot;top&quot;:145.9716968446266,&quot;width&quot;:652.37244094488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
</p:tagLst>
</file>

<file path=ppt/tags/tag273.xml><?xml version="1.0" encoding="utf-8"?>
<p:tagLst xmlns:p="http://schemas.openxmlformats.org/presentationml/2006/main">
  <p:tag name="KSO_WM_UNIT_TYPE" val="l_h_f"/>
  <p:tag name="KSO_WM_UNIT_INDEX" val="1_4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894_4*l_h_f*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894"/>
  <p:tag name="KSO_WM_TEMPLATE_CATEGORY" val="custom"/>
  <p:tag name="KSO_WM_UNIT_SUBTYPE" val="a"/>
  <p:tag name="KSO_WM_UNIT_TEXT_TYPE" val="1"/>
  <p:tag name="KSO_WM_UNIT_PRESET_TEXT" val="单击添加目录项标题"/>
  <p:tag name="KSO_WM_DIAGRAM_MAX_ITEMCNT" val="6"/>
  <p:tag name="KSO_WM_DIAGRAM_MIN_ITEMCNT" val="2"/>
  <p:tag name="KSO_WM_DIAGRAM_VIRTUALLY_FRAME" val="{&quot;height&quot;:359.21881103515625,&quot;left&quot;:59.527559055118104,&quot;top&quot;:145.9716968446266,&quot;width&quot;:652.37244094488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74.xml><?xml version="1.0" encoding="utf-8"?>
<p:tagLst xmlns:p="http://schemas.openxmlformats.org/presentationml/2006/main">
  <p:tag name="KSO_WM_UNIT_TYPE" val="i"/>
  <p:tag name="KSO_WM_UNIT_INDEX" val="1"/>
  <p:tag name="KSO_WM_BEAUTIFY_FLAG" val="#wm#"/>
  <p:tag name="KSO_WM_TAG_VERSION" val="3.0"/>
  <p:tag name="KSO_WM_DIAGRAM_GROUP_CODE" val="l1-1"/>
  <p:tag name="KSO_WM_DIAGRAM_COLOR_TRICK" val="1"/>
  <p:tag name="KSO_WM_DIAGRAM_COLOR_TEXT_CAN_REMOVE" val="n"/>
  <p:tag name="KSO_WM_UNIT_ID" val="custom20235894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894"/>
  <p:tag name="KSO_WM_TEMPLATE_CATEGORY" val="custom"/>
</p:tagLst>
</file>

<file path=ppt/tags/tag275.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5894"/>
  <p:tag name="KSO_WM_TEMPLATE_CATEGORY" val="custom"/>
  <p:tag name="KSO_WM_SLIDE_INDEX" val="4"/>
  <p:tag name="KSO_WM_SLIDE_ID" val="custom20235894_4"/>
  <p:tag name="KSO_WM_TEMPLATE_MASTER_TYPE" val="0"/>
  <p:tag name="KSO_WM_SLIDE_LAYOUT" val="a_l"/>
  <p:tag name="KSO_WM_SLIDE_LAYOUT_CNT" val="1_1"/>
  <p:tag name="KSO_WM_SLIDE_DIAGTYPE" val="l"/>
  <p:tag name="KSO_WM_SLIDE_THEME_ID" val="3332912"/>
  <p:tag name="KSO_WM_SLIDE_THEME_NAME" val="城市线条职场办公商务风"/>
</p:tagLst>
</file>

<file path=ppt/tags/tag276.xml><?xml version="1.0" encoding="utf-8"?>
<p:tagLst xmlns:p="http://schemas.openxmlformats.org/presentationml/2006/main">
  <p:tag name="KSO_WM_UNIT_TYPE" val="a"/>
  <p:tag name="KSO_WM_UNIT_INDEX" val="1"/>
  <p:tag name="KSO_WM_BEAUTIFY_FLAG" val="#wm#"/>
  <p:tag name="KSO_WM_TAG_VERSION" val="3.0"/>
  <p:tag name="KSO_WM_UNIT_ID" val="custom20235894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894"/>
  <p:tag name="KSO_WM_TEMPLATE_CATEGORY" val="custom"/>
  <p:tag name="KSO_WM_UNIT_ISCONTENTSTITLE" val="0"/>
  <p:tag name="KSO_WM_UNIT_TEXT_TYPE" val="1"/>
  <p:tag name="KSO_WM_UNIT_PRESET_TEXT" val="单击添加章节标题"/>
</p:tagLst>
</file>

<file path=ppt/tags/tag277.xml><?xml version="1.0" encoding="utf-8"?>
<p:tagLst xmlns:p="http://schemas.openxmlformats.org/presentationml/2006/main">
  <p:tag name="KSO_WM_UNIT_TYPE" val="a"/>
  <p:tag name="KSO_WM_UNIT_INDEX" val="1"/>
  <p:tag name="KSO_WM_BEAUTIFY_FLAG" val="#wm#"/>
  <p:tag name="KSO_WM_TAG_VERSION" val="3.0"/>
  <p:tag name="KSO_WM_UNIT_ID" val="custom20235894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894"/>
  <p:tag name="KSO_WM_TEMPLATE_CATEGORY" val="custom"/>
  <p:tag name="KSO_WM_UNIT_ISCONTENTSTITLE" val="0"/>
  <p:tag name="KSO_WM_UNIT_TEXT_TYPE" val="1"/>
  <p:tag name="KSO_WM_UNIT_PRESET_TEXT" val="单击添加章节标题"/>
</p:tagLst>
</file>

<file path=ppt/tags/tag278.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894"/>
  <p:tag name="KSO_WM_TEMPLATE_CATEGORY" val="custom"/>
  <p:tag name="KSO_WM_SLIDE_INDEX" val="7"/>
  <p:tag name="KSO_WM_SLIDE_ID" val="custom20235894_7"/>
  <p:tag name="KSO_WM_TEMPLATE_MASTER_TYPE" val="0"/>
  <p:tag name="KSO_WM_SLIDE_LAYOUT" val="a_e"/>
  <p:tag name="KSO_WM_SLIDE_LAYOUT_CNT" val="1_1"/>
  <p:tag name="KSO_WM_SLIDE_THEME_ID" val="3332912"/>
  <p:tag name="KSO_WM_SLIDE_THEME_NAME" val="城市线条职场办公商务风"/>
</p:tagLst>
</file>

<file path=ppt/tags/tag279.xml><?xml version="1.0" encoding="utf-8"?>
<p:tagLst xmlns:p="http://schemas.openxmlformats.org/presentationml/2006/main">
  <p:tag name="KSO_WM_UNIT_TYPE" val="a"/>
  <p:tag name="KSO_WM_UNIT_INDEX" val="1"/>
  <p:tag name="KSO_WM_BEAUTIFY_FLAG" val="#wm#"/>
  <p:tag name="KSO_WM_TAG_VERSION" val="3.0"/>
  <p:tag name="KSO_WM_UNIT_PRESET_TEXT" val="单击编辑母版标题"/>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2"/>
</p:tagLst>
</file>

<file path=ppt/tags/tag280.xml><?xml version="1.0" encoding="utf-8"?>
<p:tagLst xmlns:p="http://schemas.openxmlformats.org/presentationml/2006/main">
  <p:tag name="KSO_WM_BEAUTIFY_FLAG" val="#wm#"/>
  <p:tag name="KSO_WM_TEMPLATE_CATEGORY" val="custom"/>
  <p:tag name="KSO_WM_TEMPLATE_INDEX" val="20235894"/>
</p:tagLst>
</file>

<file path=ppt/tags/tag281.xml><?xml version="1.0" encoding="utf-8"?>
<p:tagLst xmlns:p="http://schemas.openxmlformats.org/presentationml/2006/main">
  <p:tag name="KSO_WM_UNIT_TYPE" val="a"/>
  <p:tag name="KSO_WM_UNIT_INDEX" val="1"/>
  <p:tag name="KSO_WM_BEAUTIFY_FLAG" val="#wm#"/>
  <p:tag name="KSO_WM_TAG_VERSION" val="3.0"/>
  <p:tag name="KSO_WM_UNIT_PRESET_TEXT" val="单击编辑母版标题"/>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2"/>
</p:tagLst>
</file>

<file path=ppt/tags/tag282.xml><?xml version="1.0" encoding="utf-8"?>
<p:tagLst xmlns:p="http://schemas.openxmlformats.org/presentationml/2006/main">
  <p:tag name="KSO_WM_BEAUTIFY_FLAG" val="#wm#"/>
  <p:tag name="KSO_WM_TEMPLATE_CATEGORY" val="custom"/>
  <p:tag name="KSO_WM_TEMPLATE_INDEX" val="20235894"/>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TYPE" val="a"/>
  <p:tag name="KSO_WM_UNIT_INDEX" val="1"/>
  <p:tag name="KSO_WM_UNIT_PRESET_TEXT" val="单击此处编辑母版标题样式"/>
  <p:tag name="KSO_WM_UNIT_ISNUMDGMTITLE" val="0"/>
  <p:tag name="KSO_WM_UNIT_NOCLEAR" val="0"/>
  <p:tag name="KSO_WM_UNIT_ISCONTENTSTITLE" val="0"/>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TYPE" val="f"/>
  <p:tag name="KSO_WM_UNIT_SUBTYPE" val="a"/>
  <p:tag name="KSO_WM_UNIT_INDEX" val="1"/>
  <p:tag name="KSO_WM_UNIT_PRESET_TEXT" val="单击此处编辑母版文本样式&#10;第二级&#10;第三级&#10;第四级&#10;第五级"/>
  <p:tag name="KSO_WM_UNIT_ISNUMDGMTITLE" val="0"/>
  <p:tag name="KSO_WM_UNIT_NOCLEAR" val="0"/>
</p:tagLst>
</file>

<file path=ppt/tags/tag285.xml><?xml version="1.0" encoding="utf-8"?>
<p:tagLst xmlns:p="http://schemas.openxmlformats.org/presentationml/2006/main">
  <p:tag name="KSO_WM_BEAUTIFY_FLAG" val="#wm#"/>
  <p:tag name="KSO_WM_TEMPLATE_CATEGORY" val="custom"/>
  <p:tag name="KSO_WM_TEMPLATE_INDEX" val="20235894"/>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8.xml><?xml version="1.0" encoding="utf-8"?>
<p:tagLst xmlns:p="http://schemas.openxmlformats.org/presentationml/2006/main">
  <p:tag name="KSO_WM_BEAUTIFY_FLAG" val="#wm#"/>
  <p:tag name="KSO_WM_TEMPLATE_CATEGORY" val="custom"/>
  <p:tag name="KSO_WM_TEMPLATE_INDEX" val="20235894"/>
</p:tagLst>
</file>

<file path=ppt/tags/tag28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90.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1.xml><?xml version="1.0" encoding="utf-8"?>
<p:tagLst xmlns:p="http://schemas.openxmlformats.org/presentationml/2006/main">
  <p:tag name="KSO_WM_BEAUTIFY_FLAG" val="#wm#"/>
  <p:tag name="KSO_WM_TEMPLATE_CATEGORY" val="custom"/>
  <p:tag name="KSO_WM_TEMPLATE_INDEX" val="20235894"/>
</p:tagLst>
</file>

<file path=ppt/tags/tag29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93.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4.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5.xml><?xml version="1.0" encoding="utf-8"?>
<p:tagLst xmlns:p="http://schemas.openxmlformats.org/presentationml/2006/main">
  <p:tag name="KSO_WM_BEAUTIFY_FLAG" val="#wm#"/>
  <p:tag name="KSO_WM_TEMPLATE_CATEGORY" val="custom"/>
  <p:tag name="KSO_WM_TEMPLATE_INDEX" val="20235894"/>
</p:tagLst>
</file>

<file path=ppt/tags/tag296.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297.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UNIT_VALUE" val="20"/>
</p:tagLst>
</file>

<file path=ppt/tags/tag29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299.xml><?xml version="1.0" encoding="utf-8"?>
<p:tagLst xmlns:p="http://schemas.openxmlformats.org/presentationml/2006/main">
  <p:tag name="KSO_WM_BEAUTIFY_FLAG" val="#wm#"/>
  <p:tag name="KSO_WM_TEMPLATE_CATEGORY" val="custom"/>
  <p:tag name="KSO_WM_TEMPLATE_INDEX" val="20235894"/>
</p:tagLst>
</file>

<file path=ppt/tags/tag300.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301.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30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303.xml><?xml version="1.0" encoding="utf-8"?>
<p:tagLst xmlns:p="http://schemas.openxmlformats.org/presentationml/2006/main">
  <p:tag name="KSO_WM_BEAUTIFY_FLAG" val="#wm#"/>
  <p:tag name="KSO_WM_TEMPLATE_CATEGORY" val="custom"/>
  <p:tag name="KSO_WM_TEMPLATE_INDEX" val="20235894"/>
</p:tagLst>
</file>

<file path=ppt/tags/tag304.xml><?xml version="1.0" encoding="utf-8"?>
<p:tagLst xmlns:p="http://schemas.openxmlformats.org/presentationml/2006/main">
  <p:tag name="KSO_WM_UNIT_PRESET_TEXT" val="点击此处添加正文，文字是您思想的提炼，为了演示发布的良好效果，请言简意赅的阐述您的观点。"/>
  <p:tag name="KSO_WM_UNIT_NOCLEAR" val="0"/>
  <p:tag name="KSO_WM_UNIT_VALUE" val="141"/>
  <p:tag name="KSO_WM_UNIT_HIGHLIGHT" val="0"/>
  <p:tag name="KSO_WM_UNIT_COMPATIBLE" val="0"/>
  <p:tag name="KSO_WM_UNIT_DIAGRAM_ISNUMVISUAL" val="0"/>
  <p:tag name="KSO_WM_UNIT_DIAGRAM_ISREFERUNIT" val="0"/>
  <p:tag name="KSO_WM_UNIT_TYPE" val="f"/>
  <p:tag name="KSO_WM_UNIT_INDEX" val="1"/>
  <p:tag name="KSO_WM_UNIT_ID" val="custom20202824_8*f*1"/>
  <p:tag name="KSO_WM_TEMPLATE_CATEGORY" val="custom"/>
  <p:tag name="KSO_WM_TEMPLATE_INDEX" val="20202824"/>
  <p:tag name="KSO_WM_UNIT_LAYERLEVEL" val="1"/>
  <p:tag name="KSO_WM_TAG_VERSION" val="1.0"/>
  <p:tag name="KSO_WM_BEAUTIFY_FLAG" val="#wm#"/>
  <p:tag name="KSO_WM_UNIT_SUBTYPE" val="a"/>
</p:tagLst>
</file>

<file path=ppt/tags/tag305.xml><?xml version="1.0" encoding="utf-8"?>
<p:tagLst xmlns:p="http://schemas.openxmlformats.org/presentationml/2006/main">
  <p:tag name="KSO_WM_UNIT_ISCONTENTSTITLE" val="0"/>
  <p:tag name="KSO_WM_UNIT_PRESET_TEXT" val="单击此处添加标题"/>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824_8*a*1"/>
  <p:tag name="KSO_WM_TEMPLATE_CATEGORY" val="custom"/>
  <p:tag name="KSO_WM_TEMPLATE_INDEX" val="20202824"/>
  <p:tag name="KSO_WM_UNIT_LAYERLEVEL" val="1"/>
  <p:tag name="KSO_WM_TAG_VERSION" val="1.0"/>
  <p:tag name="KSO_WM_BEAUTIFY_FLAG" val="#wm#"/>
  <p:tag name="KSO_WM_UNIT_ISNUMDGMTITLE" val="0"/>
</p:tagLst>
</file>

<file path=ppt/tags/tag306.xml><?xml version="1.0" encoding="utf-8"?>
<p:tagLst xmlns:p="http://schemas.openxmlformats.org/presentationml/2006/main">
  <p:tag name="KSO_WM_UNIT_VALUE" val="1011*3045"/>
  <p:tag name="KSO_WM_UNIT_HIGHLIGHT" val="0"/>
  <p:tag name="KSO_WM_UNIT_COMPATIBLE" val="0"/>
  <p:tag name="KSO_WM_UNIT_DIAGRAM_ISNUMVISUAL" val="0"/>
  <p:tag name="KSO_WM_UNIT_DIAGRAM_ISREFERUNIT" val="0"/>
  <p:tag name="KSO_WM_UNIT_TYPE" val="d"/>
  <p:tag name="KSO_WM_UNIT_INDEX" val="1"/>
  <p:tag name="KSO_WM_UNIT_ID" val="custom20202824_8*d*1"/>
  <p:tag name="KSO_WM_TEMPLATE_CATEGORY" val="custom"/>
  <p:tag name="KSO_WM_TEMPLATE_INDEX" val="20202824"/>
  <p:tag name="KSO_WM_UNIT_LAYERLEVEL" val="1"/>
  <p:tag name="KSO_WM_TAG_VERSION" val="1.0"/>
  <p:tag name="KSO_WM_BEAUTIFY_FLAG" val="#wm#"/>
  <p:tag name="KSO_WM_UNIT_SUPPORT_UNIT_TYPE" val="[&quot;all&quot;]"/>
</p:tagLst>
</file>

<file path=ppt/tags/tag307.xml><?xml version="1.0" encoding="utf-8"?>
<p:tagLst xmlns:p="http://schemas.openxmlformats.org/presentationml/2006/main">
  <p:tag name="KSO_WM_SLIDE_ID" val="custom20235894_8"/>
  <p:tag name="KSO_WM_TEMPLATE_SUBCATEGORY" val="29"/>
  <p:tag name="KSO_WM_TEMPLATE_MASTER_TYPE" val="0"/>
  <p:tag name="KSO_WM_TEMPLATE_COLOR_TYPE" val="0"/>
  <p:tag name="KSO_WM_SLIDE_TYPE" val="text"/>
  <p:tag name="KSO_WM_SLIDE_SUBTYPE" val="pureTxt"/>
  <p:tag name="KSO_WM_SLIDE_ITEM_CNT" val="0"/>
  <p:tag name="KSO_WM_SLIDE_INDEX" val="8"/>
  <p:tag name="KSO_WM_SLIDE_SIZE" val="850*457"/>
  <p:tag name="KSO_WM_SLIDE_POSITION" val="54*28"/>
  <p:tag name="KSO_WM_TAG_VERSION" val="3.0"/>
  <p:tag name="KSO_WM_BEAUTIFY_FLAG" val="#wm#"/>
  <p:tag name="KSO_WM_TEMPLATE_CATEGORY" val="custom"/>
  <p:tag name="KSO_WM_TEMPLATE_INDEX" val="20235894"/>
  <p:tag name="KSO_WM_SLIDE_LAYOUT" val="a_f"/>
  <p:tag name="KSO_WM_SLIDE_LAYOUT_CNT" val="1_1"/>
  <p:tag name="KSO_WM_SPECIAL_SOURCE" val="bdnull"/>
  <p:tag name="KSO_WM_SLIDE_LAYOUT_NAME" val="标题和内容"/>
</p:tagLst>
</file>

<file path=ppt/tags/tag308.xml><?xml version="1.0" encoding="utf-8"?>
<p:tagLst xmlns:p="http://schemas.openxmlformats.org/presentationml/2006/main">
  <p:tag name="KSO_WM_UNIT_TYPE" val="a"/>
  <p:tag name="KSO_WM_UNIT_INDEX" val="1"/>
  <p:tag name="KSO_WM_BEAUTIFY_FLAG" val="#wm#"/>
  <p:tag name="KSO_WM_TAG_VERSION" val="3.0"/>
  <p:tag name="KSO_WM_UNIT_ID" val="custom20235894_9*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894"/>
  <p:tag name="KSO_WM_TEMPLATE_CATEGORY" val="custom"/>
  <p:tag name="KSO_WM_UNIT_ISCONTENTSTITLE" val="0"/>
</p:tagLst>
</file>

<file path=ppt/tags/tag309.xml><?xml version="1.0" encoding="utf-8"?>
<p:tagLst xmlns:p="http://schemas.openxmlformats.org/presentationml/2006/main">
  <p:tag name="KSO_WM_UNIT_TYPE" val="f"/>
  <p:tag name="KSO_WM_UNIT_SUBTYPE" val="d"/>
  <p:tag name="KSO_WM_UNIT_INDEX" val="2"/>
  <p:tag name="KSO_WM_BEAUTIFY_FLAG" val="#wm#"/>
  <p:tag name="KSO_WM_TAG_VERSION" val="3.0"/>
  <p:tag name="KSO_WM_UNIT_ID" val="custom20235894_9*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894"/>
  <p:tag name="KSO_WM_TEMPLATE_CATEGORY" val="custom"/>
</p:tagLst>
</file>

<file path=ppt/tags/tag310.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894"/>
  <p:tag name="KSO_WM_TEMPLATE_CATEGORY" val="custom"/>
  <p:tag name="KSO_WM_UNIT_PRESET_TEXT" val="署名"/>
  <p:tag name="KSO_WM_UNIT_VALUE" val="16"/>
</p:tagLst>
</file>

<file path=ppt/tags/tag311.xml><?xml version="1.0" encoding="utf-8"?>
<p:tagLst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5894"/>
  <p:tag name="KSO_WM_TEMPLATE_CATEGORY" val="custom"/>
  <p:tag name="KSO_WM_SLIDE_INDEX" val="9"/>
  <p:tag name="KSO_WM_SLIDE_ID" val="custom20235894_9"/>
  <p:tag name="KSO_WM_TEMPLATE_MASTER_TYPE" val="0"/>
  <p:tag name="KSO_WM_SLIDE_LAYOUT" val="a_b_f"/>
  <p:tag name="KSO_WM_SLIDE_LAYOUT_CNT" val="1_1_2"/>
  <p:tag name="KSO_WM_SLIDE_THEME_ID" val="3332912"/>
  <p:tag name="KSO_WM_SLIDE_THEME_NAME" val="城市线条职场办公商务风"/>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WPS主题色">
      <a:dk1>
        <a:srgbClr val="000000"/>
      </a:dk1>
      <a:lt1>
        <a:srgbClr val="FFFFFF"/>
      </a:lt1>
      <a:dk2>
        <a:srgbClr val="E5EAF2"/>
      </a:dk2>
      <a:lt2>
        <a:srgbClr val="FFFFFF"/>
      </a:lt2>
      <a:accent1>
        <a:srgbClr val="5F769F"/>
      </a:accent1>
      <a:accent2>
        <a:srgbClr val="71729B"/>
      </a:accent2>
      <a:accent3>
        <a:srgbClr val="7E6B95"/>
      </a:accent3>
      <a:accent4>
        <a:srgbClr val="8A668D"/>
      </a:accent4>
      <a:accent5>
        <a:srgbClr val="955F82"/>
      </a:accent5>
      <a:accent6>
        <a:srgbClr val="9B5B75"/>
      </a:accent6>
      <a:hlink>
        <a:srgbClr val="292BBB"/>
      </a:hlink>
      <a:folHlink>
        <a:srgbClr val="580C6F"/>
      </a:folHlink>
    </a:clrScheme>
    <a:fontScheme name="自定义 9">
      <a:majorFont>
        <a:latin typeface="Arial"/>
        <a:ea typeface="汉仪旗黑-85S"/>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城市线条职场办公商务风">
  <a:themeElements>
    <a:clrScheme name="城市线条">
      <a:dk1>
        <a:srgbClr val="000000"/>
      </a:dk1>
      <a:lt1>
        <a:srgbClr val="FFFFFF"/>
      </a:lt1>
      <a:dk2>
        <a:srgbClr val="222A35"/>
      </a:dk2>
      <a:lt2>
        <a:srgbClr val="F6FBFD"/>
      </a:lt2>
      <a:accent1>
        <a:srgbClr val="868686"/>
      </a:accent1>
      <a:accent2>
        <a:srgbClr val="6B81C1"/>
      </a:accent2>
      <a:accent3>
        <a:srgbClr val="906BC1"/>
      </a:accent3>
      <a:accent4>
        <a:srgbClr val="C1756B"/>
      </a:accent4>
      <a:accent5>
        <a:srgbClr val="C1AE6B"/>
      </a:accent5>
      <a:accent6>
        <a:srgbClr val="6BC19A"/>
      </a:accent6>
      <a:hlink>
        <a:srgbClr val="0563C1"/>
      </a:hlink>
      <a:folHlink>
        <a:srgbClr val="954F72"/>
      </a:folHlink>
    </a:clrScheme>
    <a:fontScheme name="自定义 1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2622</Words>
  <Application>WPS 演示</Application>
  <PresentationFormat>宽屏</PresentationFormat>
  <Paragraphs>136</Paragraphs>
  <Slides>13</Slides>
  <Notes>4</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13</vt:i4>
      </vt:variant>
    </vt:vector>
  </HeadingPairs>
  <TitlesOfParts>
    <vt:vector size="26" baseType="lpstr">
      <vt:lpstr>Arial</vt:lpstr>
      <vt:lpstr>宋体</vt:lpstr>
      <vt:lpstr>Wingdings</vt:lpstr>
      <vt:lpstr>Wingdings</vt:lpstr>
      <vt:lpstr>微软雅黑</vt:lpstr>
      <vt:lpstr>Segoe UI</vt:lpstr>
      <vt:lpstr>Arial Unicode MS</vt:lpstr>
      <vt:lpstr>Calibri</vt:lpstr>
      <vt:lpstr>汉仪旗黑-85S</vt:lpstr>
      <vt:lpstr>黑体</vt:lpstr>
      <vt:lpstr>WPS</vt:lpstr>
      <vt:lpstr>1_Office 主题​​</vt:lpstr>
      <vt:lpstr>城市线条职场办公商务风</vt:lpstr>
      <vt:lpstr>车联网编队控制仿真</vt:lpstr>
      <vt:lpstr>目录</vt:lpstr>
      <vt:lpstr>想象一下，如果多辆自动驾驶汽车能排成整齐的队列，像火车一样行驶，就能减少风阻、提高通行效率。 但要实现这个，车辆之间必须实时共享信息。问题是：不同的通信结构（全连还是部分断连），会对编队形成速度产生什么影响？这就是我们这篇论文研究的核心。  具体来说，这篇论文主要研究了以下几个方面：  研究问题：在车辆可以通过通信网络互相“对话”的环境下，通信网络的结构会如何影响车辆形成队列的效果（如收敛速度和鲁棒性）。同时，它考虑了车辆在纵向（前后）和横向（左右）两个方向上的协同控制。  实验与发现：通过数值仿真，对比了两种通信网络拓扑： 结论：在两种网络下，车辆最终都能形成队列，但网络结构越简单（连接越少），车辆间的相互影响越小，收敛速度反而更快。 同时，系统的鲁棒性（抗干扰能力）在不同网络下都能得到保证。  论文中给出了公式与结论，我们要做的就是推导公式与复现论文，最后用代码结果证明结论。</vt:lpstr>
      <vt:lpstr>     02 解释复现方法 —— 怎么让车“听话”</vt:lpstr>
      <vt:lpstr>02 解释复现方法 —— 怎么让车“听话” </vt:lpstr>
      <vt:lpstr>02 解释复现方法 —— 怎么让车“听话”</vt:lpstr>
      <vt:lpstr>03 对比与结论 —— 通信网络的影响</vt:lpstr>
      <vt:lpstr>03 对比与结论 —— 通信网络的影响</vt:lpstr>
      <vt:lpstr>附 （二维三车）（断联）&amp;（全联通）动图</vt:lpstr>
      <vt:lpstr>04 自适应机制，附加题与总结                对比自适应与非自适应   以（二维三车）（断联）二维轨迹图为例：程序自动判断编队是否完成（连续 1 秒误差小于 5 厘米），提前停止仿真，节省时间。</vt:lpstr>
      <vt:lpstr>04 自适应机制，附加题与总结</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紫</cp:lastModifiedBy>
  <cp:revision>162</cp:revision>
  <dcterms:created xsi:type="dcterms:W3CDTF">2019-06-19T02:08:00Z</dcterms:created>
  <dcterms:modified xsi:type="dcterms:W3CDTF">2026-03-29T05:33:23Z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1691AB7237E44F7CA994568244B08A8B_11</vt:lpwstr>
  </property>
</Properties>
</file>